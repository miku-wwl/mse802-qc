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2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3"/>
  </p:notesMasterIdLst>
  <p:sldIdLst>
    <p:sldId id="257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81" r:id="rId14"/>
    <p:sldId id="282" r:id="rId15"/>
    <p:sldId id="276" r:id="rId16"/>
    <p:sldId id="283" r:id="rId17"/>
    <p:sldId id="277" r:id="rId18"/>
    <p:sldId id="284" r:id="rId19"/>
    <p:sldId id="278" r:id="rId20"/>
    <p:sldId id="279" r:id="rId21"/>
    <p:sldId id="280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ianwen Zhou" userId="S::270452036@yoobeestudent.ac.nz::1c7efe6f-6be7-48d5-b790-8ccf05392d74" providerId="AD" clId="Web-{13B17A61-C986-4E35-AFB3-49D9F636F521}"/>
    <pc:docChg chg="modSld">
      <pc:chgData name="Tianwen Zhou" userId="S::270452036@yoobeestudent.ac.nz::1c7efe6f-6be7-48d5-b790-8ccf05392d74" providerId="AD" clId="Web-{13B17A61-C986-4E35-AFB3-49D9F636F521}" dt="2024-04-14T06:33:11.772" v="1"/>
      <pc:docMkLst>
        <pc:docMk/>
      </pc:docMkLst>
      <pc:sldChg chg="mod modShow">
        <pc:chgData name="Tianwen Zhou" userId="S::270452036@yoobeestudent.ac.nz::1c7efe6f-6be7-48d5-b790-8ccf05392d74" providerId="AD" clId="Web-{13B17A61-C986-4E35-AFB3-49D9F636F521}" dt="2024-04-14T06:33:11.772" v="1"/>
        <pc:sldMkLst>
          <pc:docMk/>
          <pc:sldMk cId="217711905" sldId="266"/>
        </pc:sldMkLst>
      </pc:sldChg>
    </pc:docChg>
  </pc:docChgLst>
  <pc:docChgLst>
    <pc:chgData name="Shivang Sharma" userId="S::270431494@yoobeestudent.ac.nz::988e2d6f-bf3c-4aef-9461-20ffc68f93ba" providerId="AD" clId="Web-{B8F01528-F8C9-48A1-B2E5-53F639FDA0AC}"/>
    <pc:docChg chg="modSld">
      <pc:chgData name="Shivang Sharma" userId="S::270431494@yoobeestudent.ac.nz::988e2d6f-bf3c-4aef-9461-20ffc68f93ba" providerId="AD" clId="Web-{B8F01528-F8C9-48A1-B2E5-53F639FDA0AC}" dt="2024-04-09T01:43:09.487" v="78"/>
      <pc:docMkLst>
        <pc:docMk/>
      </pc:docMkLst>
      <pc:sldChg chg="modNotes">
        <pc:chgData name="Shivang Sharma" userId="S::270431494@yoobeestudent.ac.nz::988e2d6f-bf3c-4aef-9461-20ffc68f93ba" providerId="AD" clId="Web-{B8F01528-F8C9-48A1-B2E5-53F639FDA0AC}" dt="2024-04-09T01:43:09.487" v="78"/>
        <pc:sldMkLst>
          <pc:docMk/>
          <pc:sldMk cId="1761563786" sldId="270"/>
        </pc:sldMkLst>
      </pc:sldChg>
      <pc:sldChg chg="modNotes">
        <pc:chgData name="Shivang Sharma" userId="S::270431494@yoobeestudent.ac.nz::988e2d6f-bf3c-4aef-9461-20ffc68f93ba" providerId="AD" clId="Web-{B8F01528-F8C9-48A1-B2E5-53F639FDA0AC}" dt="2024-04-09T01:31:07.702" v="23"/>
        <pc:sldMkLst>
          <pc:docMk/>
          <pc:sldMk cId="557904609" sldId="279"/>
        </pc:sldMkLst>
      </pc:sldChg>
    </pc:docChg>
  </pc:docChgLst>
  <pc:docChgLst>
    <pc:chgData name="Junbin Xu" userId="S::270046723@yoobeestudent.ac.nz::55fac265-ff84-4c40-8dfe-e67631664ddc" providerId="AD" clId="Web-{95288D36-0435-DD75-5333-E0FF746EDD82}"/>
    <pc:docChg chg="modSld">
      <pc:chgData name="Junbin Xu" userId="S::270046723@yoobeestudent.ac.nz::55fac265-ff84-4c40-8dfe-e67631664ddc" providerId="AD" clId="Web-{95288D36-0435-DD75-5333-E0FF746EDD82}" dt="2025-08-02T20:19:28.851" v="0" actId="1076"/>
      <pc:docMkLst>
        <pc:docMk/>
      </pc:docMkLst>
      <pc:sldChg chg="modSp">
        <pc:chgData name="Junbin Xu" userId="S::270046723@yoobeestudent.ac.nz::55fac265-ff84-4c40-8dfe-e67631664ddc" providerId="AD" clId="Web-{95288D36-0435-DD75-5333-E0FF746EDD82}" dt="2025-08-02T20:19:28.851" v="0" actId="1076"/>
        <pc:sldMkLst>
          <pc:docMk/>
          <pc:sldMk cId="1306298287" sldId="282"/>
        </pc:sldMkLst>
        <pc:graphicFrameChg chg="mod">
          <ac:chgData name="Junbin Xu" userId="S::270046723@yoobeestudent.ac.nz::55fac265-ff84-4c40-8dfe-e67631664ddc" providerId="AD" clId="Web-{95288D36-0435-DD75-5333-E0FF746EDD82}" dt="2025-08-02T20:19:28.851" v="0" actId="1076"/>
          <ac:graphicFrameMkLst>
            <pc:docMk/>
            <pc:sldMk cId="1306298287" sldId="282"/>
            <ac:graphicFrameMk id="5" creationId="{67B6C64B-9924-7988-9742-809BDFAD789F}"/>
          </ac:graphicFrameMkLst>
        </pc:graphicFrameChg>
      </pc:sldChg>
    </pc:docChg>
  </pc:docChgLst>
  <pc:docChgLst>
    <pc:chgData name="Carolyn Lau" userId="S::270557243@yoobeestudent.ac.nz::f607123c-d899-465f-8fb4-3f4f9ab903ce" providerId="AD" clId="Web-{C53036FD-44BD-4508-BF36-BF1E1A508F7D}"/>
    <pc:docChg chg="modSld">
      <pc:chgData name="Carolyn Lau" userId="S::270557243@yoobeestudent.ac.nz::f607123c-d899-465f-8fb4-3f4f9ab903ce" providerId="AD" clId="Web-{C53036FD-44BD-4508-BF36-BF1E1A508F7D}" dt="2024-11-24T09:48:37.990" v="13" actId="20577"/>
      <pc:docMkLst>
        <pc:docMk/>
      </pc:docMkLst>
      <pc:sldChg chg="modSp">
        <pc:chgData name="Carolyn Lau" userId="S::270557243@yoobeestudent.ac.nz::f607123c-d899-465f-8fb4-3f4f9ab903ce" providerId="AD" clId="Web-{C53036FD-44BD-4508-BF36-BF1E1A508F7D}" dt="2024-11-24T09:48:37.990" v="13" actId="20577"/>
        <pc:sldMkLst>
          <pc:docMk/>
          <pc:sldMk cId="217711905" sldId="266"/>
        </pc:sldMkLst>
      </pc:sldChg>
      <pc:sldChg chg="modSp">
        <pc:chgData name="Carolyn Lau" userId="S::270557243@yoobeestudent.ac.nz::f607123c-d899-465f-8fb4-3f4f9ab903ce" providerId="AD" clId="Web-{C53036FD-44BD-4508-BF36-BF1E1A508F7D}" dt="2024-11-24T09:33:58.609" v="3" actId="1076"/>
        <pc:sldMkLst>
          <pc:docMk/>
          <pc:sldMk cId="3077189625" sldId="267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4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10" Type="http://schemas.openxmlformats.org/officeDocument/2006/relationships/image" Target="../media/image33.svg"/><Relationship Id="rId4" Type="http://schemas.openxmlformats.org/officeDocument/2006/relationships/image" Target="../media/image27.svg"/><Relationship Id="rId9" Type="http://schemas.openxmlformats.org/officeDocument/2006/relationships/image" Target="../media/image32.pn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12.sv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42.png"/><Relationship Id="rId7" Type="http://schemas.openxmlformats.org/officeDocument/2006/relationships/image" Target="../media/image3.png"/><Relationship Id="rId2" Type="http://schemas.openxmlformats.org/officeDocument/2006/relationships/image" Target="../media/image41.svg"/><Relationship Id="rId1" Type="http://schemas.openxmlformats.org/officeDocument/2006/relationships/image" Target="../media/image40.png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4" Type="http://schemas.openxmlformats.org/officeDocument/2006/relationships/image" Target="../media/image4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4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10" Type="http://schemas.openxmlformats.org/officeDocument/2006/relationships/image" Target="../media/image33.svg"/><Relationship Id="rId4" Type="http://schemas.openxmlformats.org/officeDocument/2006/relationships/image" Target="../media/image27.svg"/><Relationship Id="rId9" Type="http://schemas.openxmlformats.org/officeDocument/2006/relationships/image" Target="../media/image32.pn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12.sv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42.png"/><Relationship Id="rId7" Type="http://schemas.openxmlformats.org/officeDocument/2006/relationships/image" Target="../media/image3.png"/><Relationship Id="rId2" Type="http://schemas.openxmlformats.org/officeDocument/2006/relationships/image" Target="../media/image41.svg"/><Relationship Id="rId1" Type="http://schemas.openxmlformats.org/officeDocument/2006/relationships/image" Target="../media/image40.png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4" Type="http://schemas.openxmlformats.org/officeDocument/2006/relationships/image" Target="../media/image4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3F5D1BB-890F-4047-90BF-2C764411EF9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7464C9AA-EA7B-4004-A302-F5093EA86A6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Continuous Variables:</a:t>
          </a:r>
          <a:r>
            <a:rPr lang="en-US" dirty="0"/>
            <a:t> Conventional physics deals with continuous variables, where properties like position, velocity, and energy can take on any value within a given range</a:t>
          </a:r>
        </a:p>
      </dgm:t>
    </dgm:pt>
    <dgm:pt modelId="{FADF4597-E6DC-4F86-B322-269F75EC7912}" type="parTrans" cxnId="{C4587D3C-7D62-4D30-A72D-6D0BE1F12FE1}">
      <dgm:prSet/>
      <dgm:spPr/>
      <dgm:t>
        <a:bodyPr/>
        <a:lstStyle/>
        <a:p>
          <a:endParaRPr lang="en-US"/>
        </a:p>
      </dgm:t>
    </dgm:pt>
    <dgm:pt modelId="{50843112-E8CB-4E8D-B0F7-28FFF158436C}" type="sibTrans" cxnId="{C4587D3C-7D62-4D30-A72D-6D0BE1F12FE1}">
      <dgm:prSet/>
      <dgm:spPr/>
      <dgm:t>
        <a:bodyPr/>
        <a:lstStyle/>
        <a:p>
          <a:endParaRPr lang="en-US"/>
        </a:p>
      </dgm:t>
    </dgm:pt>
    <dgm:pt modelId="{012CD13C-E6C1-4579-930D-831C06EDD34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No Superposition:</a:t>
          </a:r>
          <a:r>
            <a:rPr lang="en-US" dirty="0"/>
            <a:t> Classical objects have definite properties; they cannot exist in multiple states simultaneously</a:t>
          </a:r>
        </a:p>
      </dgm:t>
    </dgm:pt>
    <dgm:pt modelId="{FFD61ED2-88AC-4FA5-A454-2E8501461E8A}" type="parTrans" cxnId="{20091B78-27DE-4291-BC33-DF909E620EDB}">
      <dgm:prSet/>
      <dgm:spPr/>
      <dgm:t>
        <a:bodyPr/>
        <a:lstStyle/>
        <a:p>
          <a:endParaRPr lang="en-US"/>
        </a:p>
      </dgm:t>
    </dgm:pt>
    <dgm:pt modelId="{BDA44DBF-953F-41F1-8360-039C821300BA}" type="sibTrans" cxnId="{20091B78-27DE-4291-BC33-DF909E620EDB}">
      <dgm:prSet/>
      <dgm:spPr/>
      <dgm:t>
        <a:bodyPr/>
        <a:lstStyle/>
        <a:p>
          <a:endParaRPr lang="en-US"/>
        </a:p>
      </dgm:t>
    </dgm:pt>
    <dgm:pt modelId="{50D083E6-EA28-4103-80E7-5256A6E8789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No Entanglement</a:t>
          </a:r>
          <a:r>
            <a:rPr lang="en-US" altLang="ja-JP" b="1" dirty="0">
              <a:latin typeface="Garamond" panose="02020404030301010803"/>
            </a:rPr>
            <a:t> </a:t>
          </a:r>
          <a:r>
            <a:rPr lang="ja-JP" altLang="en-US" b="0" dirty="0"/>
            <a:t>无纠缠</a:t>
          </a:r>
          <a:r>
            <a:rPr lang="en-US" b="1" dirty="0"/>
            <a:t>:</a:t>
          </a:r>
          <a:r>
            <a:rPr lang="en-US" dirty="0"/>
            <a:t> Classical objects do not exhibit entanglement, where the properties of one object are correlated with the properties of another, even when separated by large distances</a:t>
          </a:r>
        </a:p>
      </dgm:t>
    </dgm:pt>
    <dgm:pt modelId="{E974FD7A-4F2B-48E8-9018-AC21578E6691}" type="parTrans" cxnId="{F58127C8-2072-4887-A079-03A1F1967D37}">
      <dgm:prSet/>
      <dgm:spPr/>
      <dgm:t>
        <a:bodyPr/>
        <a:lstStyle/>
        <a:p>
          <a:endParaRPr lang="en-US"/>
        </a:p>
      </dgm:t>
    </dgm:pt>
    <dgm:pt modelId="{08BECAFB-AFA3-4FCF-BFF7-FEE45BE13273}" type="sibTrans" cxnId="{F58127C8-2072-4887-A079-03A1F1967D37}">
      <dgm:prSet/>
      <dgm:spPr/>
      <dgm:t>
        <a:bodyPr/>
        <a:lstStyle/>
        <a:p>
          <a:endParaRPr lang="en-US"/>
        </a:p>
      </dgm:t>
    </dgm:pt>
    <dgm:pt modelId="{6FC444C4-DC1B-4CFB-8DEB-74866822DDFB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b="1" dirty="0">
              <a:latin typeface="Garamond" panose="02020404030301010803"/>
            </a:rPr>
            <a:t>Determinism:</a:t>
          </a:r>
          <a:r>
            <a:rPr lang="en-US" b="0" dirty="0">
              <a:latin typeface="Garamond" panose="02020404030301010803"/>
            </a:rPr>
            <a:t> Conventional physics, based on classical mechanics and electromagnetism, operates on deterministic principles</a:t>
          </a:r>
          <a:endParaRPr lang="en-US" dirty="0"/>
        </a:p>
      </dgm:t>
    </dgm:pt>
    <dgm:pt modelId="{437C103D-8D47-4361-89B5-B6351FBF684E}" type="parTrans" cxnId="{BDFA69DF-3FB0-4554-8067-4AFE798061FF}">
      <dgm:prSet/>
      <dgm:spPr/>
    </dgm:pt>
    <dgm:pt modelId="{62341309-D497-4AF3-81CE-53BB363AC2B7}" type="sibTrans" cxnId="{BDFA69DF-3FB0-4554-8067-4AFE798061FF}">
      <dgm:prSet/>
      <dgm:spPr/>
    </dgm:pt>
    <dgm:pt modelId="{0257755A-AE41-46BD-8622-6536DD219E26}" type="pres">
      <dgm:prSet presAssocID="{53F5D1BB-890F-4047-90BF-2C764411EF9C}" presName="root" presStyleCnt="0">
        <dgm:presLayoutVars>
          <dgm:dir/>
          <dgm:resizeHandles val="exact"/>
        </dgm:presLayoutVars>
      </dgm:prSet>
      <dgm:spPr/>
    </dgm:pt>
    <dgm:pt modelId="{FB787CD6-4A6C-4DA3-99A2-65D2D990EF8B}" type="pres">
      <dgm:prSet presAssocID="{6FC444C4-DC1B-4CFB-8DEB-74866822DDFB}" presName="compNode" presStyleCnt="0"/>
      <dgm:spPr/>
    </dgm:pt>
    <dgm:pt modelId="{FF4CB818-9501-462C-BA8A-BB0BFB4783EE}" type="pres">
      <dgm:prSet presAssocID="{6FC444C4-DC1B-4CFB-8DEB-74866822DDFB}" presName="bgRect" presStyleLbl="bgShp" presStyleIdx="0" presStyleCnt="4"/>
      <dgm:spPr/>
    </dgm:pt>
    <dgm:pt modelId="{2202C4C2-0D8E-4FB3-9594-0141E4D8C7E1}" type="pres">
      <dgm:prSet presAssocID="{6FC444C4-DC1B-4CFB-8DEB-74866822DDFB}" presName="iconRect" presStyleLbl="node1" presStyleIdx="0" presStyleCnt="4"/>
      <dgm:spPr/>
    </dgm:pt>
    <dgm:pt modelId="{F992D123-0B31-4EC6-A208-11DE907156F6}" type="pres">
      <dgm:prSet presAssocID="{6FC444C4-DC1B-4CFB-8DEB-74866822DDFB}" presName="spaceRect" presStyleCnt="0"/>
      <dgm:spPr/>
    </dgm:pt>
    <dgm:pt modelId="{978EE97F-2DFE-4962-ADF5-D91ABF30EF13}" type="pres">
      <dgm:prSet presAssocID="{6FC444C4-DC1B-4CFB-8DEB-74866822DDFB}" presName="parTx" presStyleLbl="revTx" presStyleIdx="0" presStyleCnt="4">
        <dgm:presLayoutVars>
          <dgm:chMax val="0"/>
          <dgm:chPref val="0"/>
        </dgm:presLayoutVars>
      </dgm:prSet>
      <dgm:spPr/>
    </dgm:pt>
    <dgm:pt modelId="{6A9BCA40-DCF4-4354-9423-EF6524F0FFEC}" type="pres">
      <dgm:prSet presAssocID="{62341309-D497-4AF3-81CE-53BB363AC2B7}" presName="sibTrans" presStyleCnt="0"/>
      <dgm:spPr/>
    </dgm:pt>
    <dgm:pt modelId="{7B66F954-1949-4AA6-A1C8-2A863F3D58F3}" type="pres">
      <dgm:prSet presAssocID="{7464C9AA-EA7B-4004-A302-F5093EA86A6A}" presName="compNode" presStyleCnt="0"/>
      <dgm:spPr/>
    </dgm:pt>
    <dgm:pt modelId="{18AD4A09-926F-472B-8E50-BF71AD2C75D5}" type="pres">
      <dgm:prSet presAssocID="{7464C9AA-EA7B-4004-A302-F5093EA86A6A}" presName="bgRect" presStyleLbl="bgShp" presStyleIdx="1" presStyleCnt="4"/>
      <dgm:spPr/>
    </dgm:pt>
    <dgm:pt modelId="{5BFEA8A6-71AA-4EC8-BFB2-A1371C6E973A}" type="pres">
      <dgm:prSet presAssocID="{7464C9AA-EA7B-4004-A302-F5093EA86A6A}" presName="iconRect" presStyleLbl="node1" presStyleIdx="1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tom"/>
        </a:ext>
      </dgm:extLst>
    </dgm:pt>
    <dgm:pt modelId="{D4D9ED06-CAC5-4A70-B9EF-79556DEEA59A}" type="pres">
      <dgm:prSet presAssocID="{7464C9AA-EA7B-4004-A302-F5093EA86A6A}" presName="spaceRect" presStyleCnt="0"/>
      <dgm:spPr/>
    </dgm:pt>
    <dgm:pt modelId="{ECF18CAD-31C8-4015-9B5A-EE2C5DC5020A}" type="pres">
      <dgm:prSet presAssocID="{7464C9AA-EA7B-4004-A302-F5093EA86A6A}" presName="parTx" presStyleLbl="revTx" presStyleIdx="1" presStyleCnt="4">
        <dgm:presLayoutVars>
          <dgm:chMax val="0"/>
          <dgm:chPref val="0"/>
        </dgm:presLayoutVars>
      </dgm:prSet>
      <dgm:spPr/>
    </dgm:pt>
    <dgm:pt modelId="{FD1AD99A-98A5-4072-A6AC-065C1FCE692C}" type="pres">
      <dgm:prSet presAssocID="{50843112-E8CB-4E8D-B0F7-28FFF158436C}" presName="sibTrans" presStyleCnt="0"/>
      <dgm:spPr/>
    </dgm:pt>
    <dgm:pt modelId="{80A33F13-F8EC-40AD-83DB-AE2987BCF523}" type="pres">
      <dgm:prSet presAssocID="{012CD13C-E6C1-4579-930D-831C06EDD34B}" presName="compNode" presStyleCnt="0"/>
      <dgm:spPr/>
    </dgm:pt>
    <dgm:pt modelId="{8DB17371-11D3-463F-9FA7-FAFE7DB0BDB8}" type="pres">
      <dgm:prSet presAssocID="{012CD13C-E6C1-4579-930D-831C06EDD34B}" presName="bgRect" presStyleLbl="bgShp" presStyleIdx="2" presStyleCnt="4"/>
      <dgm:spPr/>
    </dgm:pt>
    <dgm:pt modelId="{112C1230-4474-4F78-BAB7-45528DBA98D2}" type="pres">
      <dgm:prSet presAssocID="{012CD13C-E6C1-4579-930D-831C06EDD34B}" presName="iconRect" presStyleLbl="node1" presStyleIdx="2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0FD7DF21-88DF-4AC5-98B2-9ED9C0D1607F}" type="pres">
      <dgm:prSet presAssocID="{012CD13C-E6C1-4579-930D-831C06EDD34B}" presName="spaceRect" presStyleCnt="0"/>
      <dgm:spPr/>
    </dgm:pt>
    <dgm:pt modelId="{D19080D1-0D79-4030-9D1F-5DDC26898D81}" type="pres">
      <dgm:prSet presAssocID="{012CD13C-E6C1-4579-930D-831C06EDD34B}" presName="parTx" presStyleLbl="revTx" presStyleIdx="2" presStyleCnt="4">
        <dgm:presLayoutVars>
          <dgm:chMax val="0"/>
          <dgm:chPref val="0"/>
        </dgm:presLayoutVars>
      </dgm:prSet>
      <dgm:spPr/>
    </dgm:pt>
    <dgm:pt modelId="{C820A249-2F91-4AF7-BA35-3262FFB1D11D}" type="pres">
      <dgm:prSet presAssocID="{BDA44DBF-953F-41F1-8360-039C821300BA}" presName="sibTrans" presStyleCnt="0"/>
      <dgm:spPr/>
    </dgm:pt>
    <dgm:pt modelId="{8BBA9465-B0D9-43ED-8F33-CA2D6F4C9FC2}" type="pres">
      <dgm:prSet presAssocID="{50D083E6-EA28-4103-80E7-5256A6E8789F}" presName="compNode" presStyleCnt="0"/>
      <dgm:spPr/>
    </dgm:pt>
    <dgm:pt modelId="{7A6DD958-0225-45A5-A8B0-7A7BB688D6BD}" type="pres">
      <dgm:prSet presAssocID="{50D083E6-EA28-4103-80E7-5256A6E8789F}" presName="bgRect" presStyleLbl="bgShp" presStyleIdx="3" presStyleCnt="4"/>
      <dgm:spPr/>
    </dgm:pt>
    <dgm:pt modelId="{B81A9556-CB8B-4667-AA73-3ABD8929A65B}" type="pres">
      <dgm:prSet presAssocID="{50D083E6-EA28-4103-80E7-5256A6E8789F}" presName="iconRect" presStyleLbl="node1" presStyleIdx="3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rawing Compass"/>
        </a:ext>
      </dgm:extLst>
    </dgm:pt>
    <dgm:pt modelId="{FDC0D6F5-0452-4446-8984-AFA7D6CFC56B}" type="pres">
      <dgm:prSet presAssocID="{50D083E6-EA28-4103-80E7-5256A6E8789F}" presName="spaceRect" presStyleCnt="0"/>
      <dgm:spPr/>
    </dgm:pt>
    <dgm:pt modelId="{47703105-893F-4887-A0EA-435E5BB9C462}" type="pres">
      <dgm:prSet presAssocID="{50D083E6-EA28-4103-80E7-5256A6E8789F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D0E36807-A8E2-45DE-834D-6B415133ECFC}" type="presOf" srcId="{50D083E6-EA28-4103-80E7-5256A6E8789F}" destId="{47703105-893F-4887-A0EA-435E5BB9C462}" srcOrd="0" destOrd="0" presId="urn:microsoft.com/office/officeart/2018/2/layout/IconVerticalSolidList"/>
    <dgm:cxn modelId="{9225E707-0B35-4AC4-AF01-90A06E903437}" type="presOf" srcId="{012CD13C-E6C1-4579-930D-831C06EDD34B}" destId="{D19080D1-0D79-4030-9D1F-5DDC26898D81}" srcOrd="0" destOrd="0" presId="urn:microsoft.com/office/officeart/2018/2/layout/IconVerticalSolidList"/>
    <dgm:cxn modelId="{72522D1D-8C3D-4157-9F2F-0115EEE6B59E}" type="presOf" srcId="{6FC444C4-DC1B-4CFB-8DEB-74866822DDFB}" destId="{978EE97F-2DFE-4962-ADF5-D91ABF30EF13}" srcOrd="0" destOrd="0" presId="urn:microsoft.com/office/officeart/2018/2/layout/IconVerticalSolidList"/>
    <dgm:cxn modelId="{C4587D3C-7D62-4D30-A72D-6D0BE1F12FE1}" srcId="{53F5D1BB-890F-4047-90BF-2C764411EF9C}" destId="{7464C9AA-EA7B-4004-A302-F5093EA86A6A}" srcOrd="1" destOrd="0" parTransId="{FADF4597-E6DC-4F86-B322-269F75EC7912}" sibTransId="{50843112-E8CB-4E8D-B0F7-28FFF158436C}"/>
    <dgm:cxn modelId="{828CDC6F-E06F-4E8C-88DC-FD5AE30A3358}" type="presOf" srcId="{7464C9AA-EA7B-4004-A302-F5093EA86A6A}" destId="{ECF18CAD-31C8-4015-9B5A-EE2C5DC5020A}" srcOrd="0" destOrd="0" presId="urn:microsoft.com/office/officeart/2018/2/layout/IconVerticalSolidList"/>
    <dgm:cxn modelId="{20091B78-27DE-4291-BC33-DF909E620EDB}" srcId="{53F5D1BB-890F-4047-90BF-2C764411EF9C}" destId="{012CD13C-E6C1-4579-930D-831C06EDD34B}" srcOrd="2" destOrd="0" parTransId="{FFD61ED2-88AC-4FA5-A454-2E8501461E8A}" sibTransId="{BDA44DBF-953F-41F1-8360-039C821300BA}"/>
    <dgm:cxn modelId="{6C4CAFB2-EE7D-4EB5-A267-323B70644A74}" type="presOf" srcId="{53F5D1BB-890F-4047-90BF-2C764411EF9C}" destId="{0257755A-AE41-46BD-8622-6536DD219E26}" srcOrd="0" destOrd="0" presId="urn:microsoft.com/office/officeart/2018/2/layout/IconVerticalSolidList"/>
    <dgm:cxn modelId="{F58127C8-2072-4887-A079-03A1F1967D37}" srcId="{53F5D1BB-890F-4047-90BF-2C764411EF9C}" destId="{50D083E6-EA28-4103-80E7-5256A6E8789F}" srcOrd="3" destOrd="0" parTransId="{E974FD7A-4F2B-48E8-9018-AC21578E6691}" sibTransId="{08BECAFB-AFA3-4FCF-BFF7-FEE45BE13273}"/>
    <dgm:cxn modelId="{BDFA69DF-3FB0-4554-8067-4AFE798061FF}" srcId="{53F5D1BB-890F-4047-90BF-2C764411EF9C}" destId="{6FC444C4-DC1B-4CFB-8DEB-74866822DDFB}" srcOrd="0" destOrd="0" parTransId="{437C103D-8D47-4361-89B5-B6351FBF684E}" sibTransId="{62341309-D497-4AF3-81CE-53BB363AC2B7}"/>
    <dgm:cxn modelId="{E7A9E58D-2E39-496C-A1DA-DF96934BCC6B}" type="presParOf" srcId="{0257755A-AE41-46BD-8622-6536DD219E26}" destId="{FB787CD6-4A6C-4DA3-99A2-65D2D990EF8B}" srcOrd="0" destOrd="0" presId="urn:microsoft.com/office/officeart/2018/2/layout/IconVerticalSolidList"/>
    <dgm:cxn modelId="{9D74D666-F059-4811-B9F5-51DB1BF26F26}" type="presParOf" srcId="{FB787CD6-4A6C-4DA3-99A2-65D2D990EF8B}" destId="{FF4CB818-9501-462C-BA8A-BB0BFB4783EE}" srcOrd="0" destOrd="0" presId="urn:microsoft.com/office/officeart/2018/2/layout/IconVerticalSolidList"/>
    <dgm:cxn modelId="{72918163-7057-4298-A8BE-BD48F6EE2F44}" type="presParOf" srcId="{FB787CD6-4A6C-4DA3-99A2-65D2D990EF8B}" destId="{2202C4C2-0D8E-4FB3-9594-0141E4D8C7E1}" srcOrd="1" destOrd="0" presId="urn:microsoft.com/office/officeart/2018/2/layout/IconVerticalSolidList"/>
    <dgm:cxn modelId="{A1B75FA5-3147-4B94-A6D2-05A221C9956F}" type="presParOf" srcId="{FB787CD6-4A6C-4DA3-99A2-65D2D990EF8B}" destId="{F992D123-0B31-4EC6-A208-11DE907156F6}" srcOrd="2" destOrd="0" presId="urn:microsoft.com/office/officeart/2018/2/layout/IconVerticalSolidList"/>
    <dgm:cxn modelId="{CA704EE0-31EC-435A-8194-6B46684D4165}" type="presParOf" srcId="{FB787CD6-4A6C-4DA3-99A2-65D2D990EF8B}" destId="{978EE97F-2DFE-4962-ADF5-D91ABF30EF13}" srcOrd="3" destOrd="0" presId="urn:microsoft.com/office/officeart/2018/2/layout/IconVerticalSolidList"/>
    <dgm:cxn modelId="{E218AA19-0B35-49DB-87E7-77D18C9B38A3}" type="presParOf" srcId="{0257755A-AE41-46BD-8622-6536DD219E26}" destId="{6A9BCA40-DCF4-4354-9423-EF6524F0FFEC}" srcOrd="1" destOrd="0" presId="urn:microsoft.com/office/officeart/2018/2/layout/IconVerticalSolidList"/>
    <dgm:cxn modelId="{CFC1BE6C-FAE1-4DD4-BB61-FED4EF8A8C0E}" type="presParOf" srcId="{0257755A-AE41-46BD-8622-6536DD219E26}" destId="{7B66F954-1949-4AA6-A1C8-2A863F3D58F3}" srcOrd="2" destOrd="0" presId="urn:microsoft.com/office/officeart/2018/2/layout/IconVerticalSolidList"/>
    <dgm:cxn modelId="{26FBF0F0-D010-4A17-9CA0-BF41DAF8B84E}" type="presParOf" srcId="{7B66F954-1949-4AA6-A1C8-2A863F3D58F3}" destId="{18AD4A09-926F-472B-8E50-BF71AD2C75D5}" srcOrd="0" destOrd="0" presId="urn:microsoft.com/office/officeart/2018/2/layout/IconVerticalSolidList"/>
    <dgm:cxn modelId="{402849DD-BBCF-47E2-88C3-2CF7FA96FE89}" type="presParOf" srcId="{7B66F954-1949-4AA6-A1C8-2A863F3D58F3}" destId="{5BFEA8A6-71AA-4EC8-BFB2-A1371C6E973A}" srcOrd="1" destOrd="0" presId="urn:microsoft.com/office/officeart/2018/2/layout/IconVerticalSolidList"/>
    <dgm:cxn modelId="{A6C2D7D5-FEC7-4BF9-B7E5-C8F3BCC469BB}" type="presParOf" srcId="{7B66F954-1949-4AA6-A1C8-2A863F3D58F3}" destId="{D4D9ED06-CAC5-4A70-B9EF-79556DEEA59A}" srcOrd="2" destOrd="0" presId="urn:microsoft.com/office/officeart/2018/2/layout/IconVerticalSolidList"/>
    <dgm:cxn modelId="{90215A88-982B-4AAF-AE0C-C9D9F87D0A95}" type="presParOf" srcId="{7B66F954-1949-4AA6-A1C8-2A863F3D58F3}" destId="{ECF18CAD-31C8-4015-9B5A-EE2C5DC5020A}" srcOrd="3" destOrd="0" presId="urn:microsoft.com/office/officeart/2018/2/layout/IconVerticalSolidList"/>
    <dgm:cxn modelId="{F5423015-F6FA-4350-8132-7260B9740DA9}" type="presParOf" srcId="{0257755A-AE41-46BD-8622-6536DD219E26}" destId="{FD1AD99A-98A5-4072-A6AC-065C1FCE692C}" srcOrd="3" destOrd="0" presId="urn:microsoft.com/office/officeart/2018/2/layout/IconVerticalSolidList"/>
    <dgm:cxn modelId="{1C8DB8F5-72C1-495B-9D5F-C177319763E0}" type="presParOf" srcId="{0257755A-AE41-46BD-8622-6536DD219E26}" destId="{80A33F13-F8EC-40AD-83DB-AE2987BCF523}" srcOrd="4" destOrd="0" presId="urn:microsoft.com/office/officeart/2018/2/layout/IconVerticalSolidList"/>
    <dgm:cxn modelId="{EDB1516A-25CC-4D60-A247-C3866EF1982C}" type="presParOf" srcId="{80A33F13-F8EC-40AD-83DB-AE2987BCF523}" destId="{8DB17371-11D3-463F-9FA7-FAFE7DB0BDB8}" srcOrd="0" destOrd="0" presId="urn:microsoft.com/office/officeart/2018/2/layout/IconVerticalSolidList"/>
    <dgm:cxn modelId="{2F5ADF8C-6916-42B3-8A9D-1E9F86E4B1D2}" type="presParOf" srcId="{80A33F13-F8EC-40AD-83DB-AE2987BCF523}" destId="{112C1230-4474-4F78-BAB7-45528DBA98D2}" srcOrd="1" destOrd="0" presId="urn:microsoft.com/office/officeart/2018/2/layout/IconVerticalSolidList"/>
    <dgm:cxn modelId="{C30D8E5F-33FB-4053-BBAF-D73D8144C770}" type="presParOf" srcId="{80A33F13-F8EC-40AD-83DB-AE2987BCF523}" destId="{0FD7DF21-88DF-4AC5-98B2-9ED9C0D1607F}" srcOrd="2" destOrd="0" presId="urn:microsoft.com/office/officeart/2018/2/layout/IconVerticalSolidList"/>
    <dgm:cxn modelId="{F55CE842-C947-4857-969A-3379870218D2}" type="presParOf" srcId="{80A33F13-F8EC-40AD-83DB-AE2987BCF523}" destId="{D19080D1-0D79-4030-9D1F-5DDC26898D81}" srcOrd="3" destOrd="0" presId="urn:microsoft.com/office/officeart/2018/2/layout/IconVerticalSolidList"/>
    <dgm:cxn modelId="{ED38831A-0B68-494E-8FC5-2A15A1DEA0D6}" type="presParOf" srcId="{0257755A-AE41-46BD-8622-6536DD219E26}" destId="{C820A249-2F91-4AF7-BA35-3262FFB1D11D}" srcOrd="5" destOrd="0" presId="urn:microsoft.com/office/officeart/2018/2/layout/IconVerticalSolidList"/>
    <dgm:cxn modelId="{9161C259-4B52-430D-8538-7BAA220F4438}" type="presParOf" srcId="{0257755A-AE41-46BD-8622-6536DD219E26}" destId="{8BBA9465-B0D9-43ED-8F33-CA2D6F4C9FC2}" srcOrd="6" destOrd="0" presId="urn:microsoft.com/office/officeart/2018/2/layout/IconVerticalSolidList"/>
    <dgm:cxn modelId="{E2A6710E-A98B-4048-935F-531C294D2883}" type="presParOf" srcId="{8BBA9465-B0D9-43ED-8F33-CA2D6F4C9FC2}" destId="{7A6DD958-0225-45A5-A8B0-7A7BB688D6BD}" srcOrd="0" destOrd="0" presId="urn:microsoft.com/office/officeart/2018/2/layout/IconVerticalSolidList"/>
    <dgm:cxn modelId="{C4A46461-6E61-44B1-83E9-669EBEE018A0}" type="presParOf" srcId="{8BBA9465-B0D9-43ED-8F33-CA2D6F4C9FC2}" destId="{B81A9556-CB8B-4667-AA73-3ABD8929A65B}" srcOrd="1" destOrd="0" presId="urn:microsoft.com/office/officeart/2018/2/layout/IconVerticalSolidList"/>
    <dgm:cxn modelId="{48128B7D-E05C-479F-B744-DCE6C929B270}" type="presParOf" srcId="{8BBA9465-B0D9-43ED-8F33-CA2D6F4C9FC2}" destId="{FDC0D6F5-0452-4446-8984-AFA7D6CFC56B}" srcOrd="2" destOrd="0" presId="urn:microsoft.com/office/officeart/2018/2/layout/IconVerticalSolidList"/>
    <dgm:cxn modelId="{98F6CA55-E10C-4513-AF2E-B94DCBB248EF}" type="presParOf" srcId="{8BBA9465-B0D9-43ED-8F33-CA2D6F4C9FC2}" destId="{47703105-893F-4887-A0EA-435E5BB9C46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A87C2D2-967C-4864-A7BA-B07B8096A66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C657B4D6-FE74-41AE-9BD1-9A76D33EB4D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>
              <a:solidFill>
                <a:srgbClr val="FF0000"/>
              </a:solidFill>
            </a:rPr>
            <a:t>Probabilistic Nature</a:t>
          </a:r>
          <a:r>
            <a:rPr lang="en-US" b="1"/>
            <a:t>:</a:t>
          </a:r>
          <a:r>
            <a:rPr lang="en-US"/>
            <a:t> Quantum physics, based on principles such as superposition and wave-particle duality, is inherently probabilistic</a:t>
          </a:r>
        </a:p>
      </dgm:t>
    </dgm:pt>
    <dgm:pt modelId="{40D2ACCA-8794-46BC-B09A-F6E984B11BB9}" type="parTrans" cxnId="{CC008390-F6DF-4D2C-B164-9457C4DAF8D8}">
      <dgm:prSet/>
      <dgm:spPr/>
      <dgm:t>
        <a:bodyPr/>
        <a:lstStyle/>
        <a:p>
          <a:endParaRPr lang="en-US"/>
        </a:p>
      </dgm:t>
    </dgm:pt>
    <dgm:pt modelId="{B15348B9-5143-4233-8716-560CEB4C495C}" type="sibTrans" cxnId="{CC008390-F6DF-4D2C-B164-9457C4DAF8D8}">
      <dgm:prSet/>
      <dgm:spPr/>
      <dgm:t>
        <a:bodyPr/>
        <a:lstStyle/>
        <a:p>
          <a:endParaRPr lang="en-US"/>
        </a:p>
      </dgm:t>
    </dgm:pt>
    <dgm:pt modelId="{AD18ACBD-BAC1-4C5C-BCAC-EEF244DEC0A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Discrete States: Quantum systems have discrete states and quantized properties</a:t>
          </a:r>
        </a:p>
      </dgm:t>
    </dgm:pt>
    <dgm:pt modelId="{59515210-2F3B-4F87-A178-8CC9000B164E}" type="parTrans" cxnId="{B5EA16A1-D355-4ADF-A057-0AF0C03E2BC9}">
      <dgm:prSet/>
      <dgm:spPr/>
      <dgm:t>
        <a:bodyPr/>
        <a:lstStyle/>
        <a:p>
          <a:endParaRPr lang="en-US"/>
        </a:p>
      </dgm:t>
    </dgm:pt>
    <dgm:pt modelId="{CD7CD0B2-DBE6-44F8-9F0D-BC1E6517AD3E}" type="sibTrans" cxnId="{B5EA16A1-D355-4ADF-A057-0AF0C03E2BC9}">
      <dgm:prSet/>
      <dgm:spPr/>
      <dgm:t>
        <a:bodyPr/>
        <a:lstStyle/>
        <a:p>
          <a:endParaRPr lang="en-US"/>
        </a:p>
      </dgm:t>
    </dgm:pt>
    <dgm:pt modelId="{1432B598-C26E-4C04-9A3B-700830A535C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Superposition: </a:t>
          </a:r>
          <a:r>
            <a:rPr lang="en-US"/>
            <a:t>Quantum objects can exist in superposition, meaning they can be in multiple states simultaneously until measured</a:t>
          </a:r>
        </a:p>
      </dgm:t>
    </dgm:pt>
    <dgm:pt modelId="{323D6485-22A6-4EB4-B3AD-457059C1F78D}" type="parTrans" cxnId="{7209BFB0-F495-4906-8256-C82D930CADC2}">
      <dgm:prSet/>
      <dgm:spPr/>
      <dgm:t>
        <a:bodyPr/>
        <a:lstStyle/>
        <a:p>
          <a:endParaRPr lang="en-US"/>
        </a:p>
      </dgm:t>
    </dgm:pt>
    <dgm:pt modelId="{C0D25550-9077-4AC4-89BD-87FDDAB58F1A}" type="sibTrans" cxnId="{7209BFB0-F495-4906-8256-C82D930CADC2}">
      <dgm:prSet/>
      <dgm:spPr/>
      <dgm:t>
        <a:bodyPr/>
        <a:lstStyle/>
        <a:p>
          <a:endParaRPr lang="en-US"/>
        </a:p>
      </dgm:t>
    </dgm:pt>
    <dgm:pt modelId="{4776E4F8-6D86-4629-94F3-DB95C3F9D7E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Entanglement: </a:t>
          </a:r>
          <a:r>
            <a:rPr lang="en-US"/>
            <a:t>Quantum systems can exhibit entanglement, where the properties of entangled particles are correlated regardless of the distance between them</a:t>
          </a:r>
        </a:p>
      </dgm:t>
    </dgm:pt>
    <dgm:pt modelId="{B52F3F2E-391A-4886-99AC-10B05BE89D8B}" type="parTrans" cxnId="{0E0A4D3E-9F8A-4FA6-B972-1A0DAED22D5B}">
      <dgm:prSet/>
      <dgm:spPr/>
      <dgm:t>
        <a:bodyPr/>
        <a:lstStyle/>
        <a:p>
          <a:endParaRPr lang="en-US"/>
        </a:p>
      </dgm:t>
    </dgm:pt>
    <dgm:pt modelId="{28593875-DC76-49D0-9CE3-0BB198C1C6F4}" type="sibTrans" cxnId="{0E0A4D3E-9F8A-4FA6-B972-1A0DAED22D5B}">
      <dgm:prSet/>
      <dgm:spPr/>
      <dgm:t>
        <a:bodyPr/>
        <a:lstStyle/>
        <a:p>
          <a:endParaRPr lang="en-US"/>
        </a:p>
      </dgm:t>
    </dgm:pt>
    <dgm:pt modelId="{FCFF6A4B-CB00-41CE-A93C-2060BCA7751D}" type="pres">
      <dgm:prSet presAssocID="{FA87C2D2-967C-4864-A7BA-B07B8096A66A}" presName="root" presStyleCnt="0">
        <dgm:presLayoutVars>
          <dgm:dir/>
          <dgm:resizeHandles val="exact"/>
        </dgm:presLayoutVars>
      </dgm:prSet>
      <dgm:spPr/>
    </dgm:pt>
    <dgm:pt modelId="{4F3ACEFF-88F8-4C52-B498-5D7E2584695E}" type="pres">
      <dgm:prSet presAssocID="{C657B4D6-FE74-41AE-9BD1-9A76D33EB4DD}" presName="compNode" presStyleCnt="0"/>
      <dgm:spPr/>
    </dgm:pt>
    <dgm:pt modelId="{A47DAD62-DDC1-4894-9A05-85EE4777010B}" type="pres">
      <dgm:prSet presAssocID="{C657B4D6-FE74-41AE-9BD1-9A76D33EB4DD}" presName="bgRect" presStyleLbl="bgShp" presStyleIdx="0" presStyleCnt="4"/>
      <dgm:spPr/>
    </dgm:pt>
    <dgm:pt modelId="{B20FA5DE-7F19-405F-8F8D-D79D1816E2B4}" type="pres">
      <dgm:prSet presAssocID="{C657B4D6-FE74-41AE-9BD1-9A76D33EB4D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tom"/>
        </a:ext>
      </dgm:extLst>
    </dgm:pt>
    <dgm:pt modelId="{41DF6D45-7226-4147-9C3D-7E9473074BE1}" type="pres">
      <dgm:prSet presAssocID="{C657B4D6-FE74-41AE-9BD1-9A76D33EB4DD}" presName="spaceRect" presStyleCnt="0"/>
      <dgm:spPr/>
    </dgm:pt>
    <dgm:pt modelId="{59916B87-6642-4F6D-BCF4-E28DB1767937}" type="pres">
      <dgm:prSet presAssocID="{C657B4D6-FE74-41AE-9BD1-9A76D33EB4DD}" presName="parTx" presStyleLbl="revTx" presStyleIdx="0" presStyleCnt="4">
        <dgm:presLayoutVars>
          <dgm:chMax val="0"/>
          <dgm:chPref val="0"/>
        </dgm:presLayoutVars>
      </dgm:prSet>
      <dgm:spPr/>
    </dgm:pt>
    <dgm:pt modelId="{E68DF7C2-25FD-4380-A7DB-27768D475AC3}" type="pres">
      <dgm:prSet presAssocID="{B15348B9-5143-4233-8716-560CEB4C495C}" presName="sibTrans" presStyleCnt="0"/>
      <dgm:spPr/>
    </dgm:pt>
    <dgm:pt modelId="{BA7F6F67-2C72-4E44-B772-5414D69B89D9}" type="pres">
      <dgm:prSet presAssocID="{AD18ACBD-BAC1-4C5C-BCAC-EEF244DEC0AE}" presName="compNode" presStyleCnt="0"/>
      <dgm:spPr/>
    </dgm:pt>
    <dgm:pt modelId="{2C7053D0-DE7F-4FF9-B825-13BF8239CE4C}" type="pres">
      <dgm:prSet presAssocID="{AD18ACBD-BAC1-4C5C-BCAC-EEF244DEC0AE}" presName="bgRect" presStyleLbl="bgShp" presStyleIdx="1" presStyleCnt="4"/>
      <dgm:spPr/>
    </dgm:pt>
    <dgm:pt modelId="{2D39DA38-5C60-411B-8316-A1C5DFE1DF27}" type="pres">
      <dgm:prSet presAssocID="{AD18ACBD-BAC1-4C5C-BCAC-EEF244DEC0A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croscope"/>
        </a:ext>
      </dgm:extLst>
    </dgm:pt>
    <dgm:pt modelId="{D9F05C66-4294-4B02-8159-FF6652AA4233}" type="pres">
      <dgm:prSet presAssocID="{AD18ACBD-BAC1-4C5C-BCAC-EEF244DEC0AE}" presName="spaceRect" presStyleCnt="0"/>
      <dgm:spPr/>
    </dgm:pt>
    <dgm:pt modelId="{AB2CB22E-0DEF-4E2F-AF5C-56B6E7EC341B}" type="pres">
      <dgm:prSet presAssocID="{AD18ACBD-BAC1-4C5C-BCAC-EEF244DEC0AE}" presName="parTx" presStyleLbl="revTx" presStyleIdx="1" presStyleCnt="4">
        <dgm:presLayoutVars>
          <dgm:chMax val="0"/>
          <dgm:chPref val="0"/>
        </dgm:presLayoutVars>
      </dgm:prSet>
      <dgm:spPr/>
    </dgm:pt>
    <dgm:pt modelId="{E998CF0A-3503-4E6B-9040-2777DF3BE5AC}" type="pres">
      <dgm:prSet presAssocID="{CD7CD0B2-DBE6-44F8-9F0D-BC1E6517AD3E}" presName="sibTrans" presStyleCnt="0"/>
      <dgm:spPr/>
    </dgm:pt>
    <dgm:pt modelId="{E914A6CA-933B-4623-9507-DB180C569B12}" type="pres">
      <dgm:prSet presAssocID="{1432B598-C26E-4C04-9A3B-700830A535CF}" presName="compNode" presStyleCnt="0"/>
      <dgm:spPr/>
    </dgm:pt>
    <dgm:pt modelId="{21453CA9-7947-40EA-9FF2-0691C2E0F1E2}" type="pres">
      <dgm:prSet presAssocID="{1432B598-C26E-4C04-9A3B-700830A535CF}" presName="bgRect" presStyleLbl="bgShp" presStyleIdx="2" presStyleCnt="4"/>
      <dgm:spPr/>
    </dgm:pt>
    <dgm:pt modelId="{8E52DADF-274D-4A08-B72E-B78D380D260B}" type="pres">
      <dgm:prSet presAssocID="{1432B598-C26E-4C04-9A3B-700830A535C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NA"/>
        </a:ext>
      </dgm:extLst>
    </dgm:pt>
    <dgm:pt modelId="{986AC5E4-182C-4129-8E69-3EC57C606AD1}" type="pres">
      <dgm:prSet presAssocID="{1432B598-C26E-4C04-9A3B-700830A535CF}" presName="spaceRect" presStyleCnt="0"/>
      <dgm:spPr/>
    </dgm:pt>
    <dgm:pt modelId="{472F41CA-0935-47CD-A2E1-80375E861C5D}" type="pres">
      <dgm:prSet presAssocID="{1432B598-C26E-4C04-9A3B-700830A535CF}" presName="parTx" presStyleLbl="revTx" presStyleIdx="2" presStyleCnt="4">
        <dgm:presLayoutVars>
          <dgm:chMax val="0"/>
          <dgm:chPref val="0"/>
        </dgm:presLayoutVars>
      </dgm:prSet>
      <dgm:spPr/>
    </dgm:pt>
    <dgm:pt modelId="{52A2DE02-FAA9-4867-886F-2B839A26E5A6}" type="pres">
      <dgm:prSet presAssocID="{C0D25550-9077-4AC4-89BD-87FDDAB58F1A}" presName="sibTrans" presStyleCnt="0"/>
      <dgm:spPr/>
    </dgm:pt>
    <dgm:pt modelId="{116FC5C0-0C6D-4E6E-826F-9E881E1664B1}" type="pres">
      <dgm:prSet presAssocID="{4776E4F8-6D86-4629-94F3-DB95C3F9D7ED}" presName="compNode" presStyleCnt="0"/>
      <dgm:spPr/>
    </dgm:pt>
    <dgm:pt modelId="{E7DA3388-90C8-41DB-B7FA-439152017365}" type="pres">
      <dgm:prSet presAssocID="{4776E4F8-6D86-4629-94F3-DB95C3F9D7ED}" presName="bgRect" presStyleLbl="bgShp" presStyleIdx="3" presStyleCnt="4"/>
      <dgm:spPr/>
    </dgm:pt>
    <dgm:pt modelId="{B2D6EA79-51F6-498C-AC35-226E67361B4A}" type="pres">
      <dgm:prSet presAssocID="{4776E4F8-6D86-4629-94F3-DB95C3F9D7E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nected"/>
        </a:ext>
      </dgm:extLst>
    </dgm:pt>
    <dgm:pt modelId="{B902889C-3E98-44F5-BABA-8522D1C10E33}" type="pres">
      <dgm:prSet presAssocID="{4776E4F8-6D86-4629-94F3-DB95C3F9D7ED}" presName="spaceRect" presStyleCnt="0"/>
      <dgm:spPr/>
    </dgm:pt>
    <dgm:pt modelId="{D067543F-821C-41EA-B4D3-E8AF023E990B}" type="pres">
      <dgm:prSet presAssocID="{4776E4F8-6D86-4629-94F3-DB95C3F9D7ED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B4357122-106C-451D-8EEA-B3389D26469C}" type="presOf" srcId="{4776E4F8-6D86-4629-94F3-DB95C3F9D7ED}" destId="{D067543F-821C-41EA-B4D3-E8AF023E990B}" srcOrd="0" destOrd="0" presId="urn:microsoft.com/office/officeart/2018/2/layout/IconVerticalSolidList"/>
    <dgm:cxn modelId="{0E0A4D3E-9F8A-4FA6-B972-1A0DAED22D5B}" srcId="{FA87C2D2-967C-4864-A7BA-B07B8096A66A}" destId="{4776E4F8-6D86-4629-94F3-DB95C3F9D7ED}" srcOrd="3" destOrd="0" parTransId="{B52F3F2E-391A-4886-99AC-10B05BE89D8B}" sibTransId="{28593875-DC76-49D0-9CE3-0BB198C1C6F4}"/>
    <dgm:cxn modelId="{BC5EF888-FFE3-45B3-ACC5-1A068EB70A51}" type="presOf" srcId="{1432B598-C26E-4C04-9A3B-700830A535CF}" destId="{472F41CA-0935-47CD-A2E1-80375E861C5D}" srcOrd="0" destOrd="0" presId="urn:microsoft.com/office/officeart/2018/2/layout/IconVerticalSolidList"/>
    <dgm:cxn modelId="{CC008390-F6DF-4D2C-B164-9457C4DAF8D8}" srcId="{FA87C2D2-967C-4864-A7BA-B07B8096A66A}" destId="{C657B4D6-FE74-41AE-9BD1-9A76D33EB4DD}" srcOrd="0" destOrd="0" parTransId="{40D2ACCA-8794-46BC-B09A-F6E984B11BB9}" sibTransId="{B15348B9-5143-4233-8716-560CEB4C495C}"/>
    <dgm:cxn modelId="{B5EA16A1-D355-4ADF-A057-0AF0C03E2BC9}" srcId="{FA87C2D2-967C-4864-A7BA-B07B8096A66A}" destId="{AD18ACBD-BAC1-4C5C-BCAC-EEF244DEC0AE}" srcOrd="1" destOrd="0" parTransId="{59515210-2F3B-4F87-A178-8CC9000B164E}" sibTransId="{CD7CD0B2-DBE6-44F8-9F0D-BC1E6517AD3E}"/>
    <dgm:cxn modelId="{7209BFB0-F495-4906-8256-C82D930CADC2}" srcId="{FA87C2D2-967C-4864-A7BA-B07B8096A66A}" destId="{1432B598-C26E-4C04-9A3B-700830A535CF}" srcOrd="2" destOrd="0" parTransId="{323D6485-22A6-4EB4-B3AD-457059C1F78D}" sibTransId="{C0D25550-9077-4AC4-89BD-87FDDAB58F1A}"/>
    <dgm:cxn modelId="{737981B2-6E03-45CA-92C5-F9DBC9E635CB}" type="presOf" srcId="{AD18ACBD-BAC1-4C5C-BCAC-EEF244DEC0AE}" destId="{AB2CB22E-0DEF-4E2F-AF5C-56B6E7EC341B}" srcOrd="0" destOrd="0" presId="urn:microsoft.com/office/officeart/2018/2/layout/IconVerticalSolidList"/>
    <dgm:cxn modelId="{F7CD22CF-C602-4F67-BB71-B6D5506FF867}" type="presOf" srcId="{C657B4D6-FE74-41AE-9BD1-9A76D33EB4DD}" destId="{59916B87-6642-4F6D-BCF4-E28DB1767937}" srcOrd="0" destOrd="0" presId="urn:microsoft.com/office/officeart/2018/2/layout/IconVerticalSolidList"/>
    <dgm:cxn modelId="{A83631D3-D43E-4A02-B794-1D55FB940AD7}" type="presOf" srcId="{FA87C2D2-967C-4864-A7BA-B07B8096A66A}" destId="{FCFF6A4B-CB00-41CE-A93C-2060BCA7751D}" srcOrd="0" destOrd="0" presId="urn:microsoft.com/office/officeart/2018/2/layout/IconVerticalSolidList"/>
    <dgm:cxn modelId="{C757F407-C4B7-4D04-8122-A24F6954D772}" type="presParOf" srcId="{FCFF6A4B-CB00-41CE-A93C-2060BCA7751D}" destId="{4F3ACEFF-88F8-4C52-B498-5D7E2584695E}" srcOrd="0" destOrd="0" presId="urn:microsoft.com/office/officeart/2018/2/layout/IconVerticalSolidList"/>
    <dgm:cxn modelId="{6B985B22-C871-49A4-9537-437442714C32}" type="presParOf" srcId="{4F3ACEFF-88F8-4C52-B498-5D7E2584695E}" destId="{A47DAD62-DDC1-4894-9A05-85EE4777010B}" srcOrd="0" destOrd="0" presId="urn:microsoft.com/office/officeart/2018/2/layout/IconVerticalSolidList"/>
    <dgm:cxn modelId="{35322675-8138-40D0-AEF5-ED42A67645EB}" type="presParOf" srcId="{4F3ACEFF-88F8-4C52-B498-5D7E2584695E}" destId="{B20FA5DE-7F19-405F-8F8D-D79D1816E2B4}" srcOrd="1" destOrd="0" presId="urn:microsoft.com/office/officeart/2018/2/layout/IconVerticalSolidList"/>
    <dgm:cxn modelId="{3392E102-9AEA-4E76-913D-51F3095A7862}" type="presParOf" srcId="{4F3ACEFF-88F8-4C52-B498-5D7E2584695E}" destId="{41DF6D45-7226-4147-9C3D-7E9473074BE1}" srcOrd="2" destOrd="0" presId="urn:microsoft.com/office/officeart/2018/2/layout/IconVerticalSolidList"/>
    <dgm:cxn modelId="{51C9CBCA-1029-434E-84E6-5A803E7A9B7E}" type="presParOf" srcId="{4F3ACEFF-88F8-4C52-B498-5D7E2584695E}" destId="{59916B87-6642-4F6D-BCF4-E28DB1767937}" srcOrd="3" destOrd="0" presId="urn:microsoft.com/office/officeart/2018/2/layout/IconVerticalSolidList"/>
    <dgm:cxn modelId="{A930439D-62EE-4BCD-9021-F437697A2EF4}" type="presParOf" srcId="{FCFF6A4B-CB00-41CE-A93C-2060BCA7751D}" destId="{E68DF7C2-25FD-4380-A7DB-27768D475AC3}" srcOrd="1" destOrd="0" presId="urn:microsoft.com/office/officeart/2018/2/layout/IconVerticalSolidList"/>
    <dgm:cxn modelId="{F70E42B3-4AB4-446F-9A83-02F92818AE43}" type="presParOf" srcId="{FCFF6A4B-CB00-41CE-A93C-2060BCA7751D}" destId="{BA7F6F67-2C72-4E44-B772-5414D69B89D9}" srcOrd="2" destOrd="0" presId="urn:microsoft.com/office/officeart/2018/2/layout/IconVerticalSolidList"/>
    <dgm:cxn modelId="{48CF054A-3BCB-4BFA-BB55-BEE876E34635}" type="presParOf" srcId="{BA7F6F67-2C72-4E44-B772-5414D69B89D9}" destId="{2C7053D0-DE7F-4FF9-B825-13BF8239CE4C}" srcOrd="0" destOrd="0" presId="urn:microsoft.com/office/officeart/2018/2/layout/IconVerticalSolidList"/>
    <dgm:cxn modelId="{11FB93C0-1F10-41F4-A630-6A4E3104C6BB}" type="presParOf" srcId="{BA7F6F67-2C72-4E44-B772-5414D69B89D9}" destId="{2D39DA38-5C60-411B-8316-A1C5DFE1DF27}" srcOrd="1" destOrd="0" presId="urn:microsoft.com/office/officeart/2018/2/layout/IconVerticalSolidList"/>
    <dgm:cxn modelId="{665CCAF7-7DE4-4F02-B430-AEAEE3D5182C}" type="presParOf" srcId="{BA7F6F67-2C72-4E44-B772-5414D69B89D9}" destId="{D9F05C66-4294-4B02-8159-FF6652AA4233}" srcOrd="2" destOrd="0" presId="urn:microsoft.com/office/officeart/2018/2/layout/IconVerticalSolidList"/>
    <dgm:cxn modelId="{BA517AB2-48FA-4C7E-8394-9F51A25595CA}" type="presParOf" srcId="{BA7F6F67-2C72-4E44-B772-5414D69B89D9}" destId="{AB2CB22E-0DEF-4E2F-AF5C-56B6E7EC341B}" srcOrd="3" destOrd="0" presId="urn:microsoft.com/office/officeart/2018/2/layout/IconVerticalSolidList"/>
    <dgm:cxn modelId="{8C29B6AD-AB9D-4E42-BD98-86525AC74344}" type="presParOf" srcId="{FCFF6A4B-CB00-41CE-A93C-2060BCA7751D}" destId="{E998CF0A-3503-4E6B-9040-2777DF3BE5AC}" srcOrd="3" destOrd="0" presId="urn:microsoft.com/office/officeart/2018/2/layout/IconVerticalSolidList"/>
    <dgm:cxn modelId="{DF3F7419-E654-47A3-B999-4FECC1F90A06}" type="presParOf" srcId="{FCFF6A4B-CB00-41CE-A93C-2060BCA7751D}" destId="{E914A6CA-933B-4623-9507-DB180C569B12}" srcOrd="4" destOrd="0" presId="urn:microsoft.com/office/officeart/2018/2/layout/IconVerticalSolidList"/>
    <dgm:cxn modelId="{68E3B35C-3F08-4E6C-8D0E-1E43E0D115E5}" type="presParOf" srcId="{E914A6CA-933B-4623-9507-DB180C569B12}" destId="{21453CA9-7947-40EA-9FF2-0691C2E0F1E2}" srcOrd="0" destOrd="0" presId="urn:microsoft.com/office/officeart/2018/2/layout/IconVerticalSolidList"/>
    <dgm:cxn modelId="{CF6D1664-39F1-454C-866C-1CA0BADCAB48}" type="presParOf" srcId="{E914A6CA-933B-4623-9507-DB180C569B12}" destId="{8E52DADF-274D-4A08-B72E-B78D380D260B}" srcOrd="1" destOrd="0" presId="urn:microsoft.com/office/officeart/2018/2/layout/IconVerticalSolidList"/>
    <dgm:cxn modelId="{A9960BB9-0705-4985-B0D6-55D0D7F1E67E}" type="presParOf" srcId="{E914A6CA-933B-4623-9507-DB180C569B12}" destId="{986AC5E4-182C-4129-8E69-3EC57C606AD1}" srcOrd="2" destOrd="0" presId="urn:microsoft.com/office/officeart/2018/2/layout/IconVerticalSolidList"/>
    <dgm:cxn modelId="{BE1BBEFF-F02D-4B5D-9D9C-333C5929473B}" type="presParOf" srcId="{E914A6CA-933B-4623-9507-DB180C569B12}" destId="{472F41CA-0935-47CD-A2E1-80375E861C5D}" srcOrd="3" destOrd="0" presId="urn:microsoft.com/office/officeart/2018/2/layout/IconVerticalSolidList"/>
    <dgm:cxn modelId="{A75694EC-6F81-4DFF-B29C-B25C48EBD32E}" type="presParOf" srcId="{FCFF6A4B-CB00-41CE-A93C-2060BCA7751D}" destId="{52A2DE02-FAA9-4867-886F-2B839A26E5A6}" srcOrd="5" destOrd="0" presId="urn:microsoft.com/office/officeart/2018/2/layout/IconVerticalSolidList"/>
    <dgm:cxn modelId="{B173CEE9-ED2F-45CC-ABCD-D99E33797EE2}" type="presParOf" srcId="{FCFF6A4B-CB00-41CE-A93C-2060BCA7751D}" destId="{116FC5C0-0C6D-4E6E-826F-9E881E1664B1}" srcOrd="6" destOrd="0" presId="urn:microsoft.com/office/officeart/2018/2/layout/IconVerticalSolidList"/>
    <dgm:cxn modelId="{555BF1DB-5D66-4BF1-AB0D-3D940FA62EDE}" type="presParOf" srcId="{116FC5C0-0C6D-4E6E-826F-9E881E1664B1}" destId="{E7DA3388-90C8-41DB-B7FA-439152017365}" srcOrd="0" destOrd="0" presId="urn:microsoft.com/office/officeart/2018/2/layout/IconVerticalSolidList"/>
    <dgm:cxn modelId="{8E9BEFAC-4DEF-40D7-91C4-DA63C769769D}" type="presParOf" srcId="{116FC5C0-0C6D-4E6E-826F-9E881E1664B1}" destId="{B2D6EA79-51F6-498C-AC35-226E67361B4A}" srcOrd="1" destOrd="0" presId="urn:microsoft.com/office/officeart/2018/2/layout/IconVerticalSolidList"/>
    <dgm:cxn modelId="{14F20516-48CB-4444-88D5-0879FDDFC45F}" type="presParOf" srcId="{116FC5C0-0C6D-4E6E-826F-9E881E1664B1}" destId="{B902889C-3E98-44F5-BABA-8522D1C10E33}" srcOrd="2" destOrd="0" presId="urn:microsoft.com/office/officeart/2018/2/layout/IconVerticalSolidList"/>
    <dgm:cxn modelId="{20B23414-018A-4056-8671-55D5674BF4F0}" type="presParOf" srcId="{116FC5C0-0C6D-4E6E-826F-9E881E1664B1}" destId="{D067543F-821C-41EA-B4D3-E8AF023E990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2015A8F-C9C7-40B8-B2F4-F23D399181A1}" type="doc">
      <dgm:prSet loTypeId="urn:microsoft.com/office/officeart/2005/8/layout/hierarchy1" loCatId="hierarchy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AE67D0B-C9F1-45E6-A9FD-EFC5720A6CAF}">
      <dgm:prSet/>
      <dgm:spPr/>
      <dgm:t>
        <a:bodyPr/>
        <a:lstStyle/>
        <a:p>
          <a:r>
            <a:rPr lang="en-US" b="1">
              <a:latin typeface="Segoe UI"/>
              <a:cs typeface="Segoe UI"/>
            </a:rPr>
            <a:t>   Memory: </a:t>
          </a:r>
          <a:r>
            <a:rPr lang="en-US">
              <a:latin typeface="Segoe UI"/>
              <a:cs typeface="Segoe UI"/>
            </a:rPr>
            <a:t>Random Access Memory (RAM) for temporary storage of data and instructions.</a:t>
          </a:r>
        </a:p>
      </dgm:t>
    </dgm:pt>
    <dgm:pt modelId="{5514AAE1-2687-415C-A8CE-B75F0E0F434A}" type="parTrans" cxnId="{C88F1B8A-553B-4210-A893-8F0210BA9157}">
      <dgm:prSet/>
      <dgm:spPr/>
      <dgm:t>
        <a:bodyPr/>
        <a:lstStyle/>
        <a:p>
          <a:endParaRPr lang="en-US"/>
        </a:p>
      </dgm:t>
    </dgm:pt>
    <dgm:pt modelId="{36BC21BA-4009-42B8-BCC0-8FCDDE654715}" type="sibTrans" cxnId="{C88F1B8A-553B-4210-A893-8F0210BA9157}">
      <dgm:prSet/>
      <dgm:spPr/>
      <dgm:t>
        <a:bodyPr/>
        <a:lstStyle/>
        <a:p>
          <a:endParaRPr lang="en-US"/>
        </a:p>
      </dgm:t>
    </dgm:pt>
    <dgm:pt modelId="{9AD8C565-37BD-48A4-A962-CEC9A49DC114}">
      <dgm:prSet/>
      <dgm:spPr/>
      <dgm:t>
        <a:bodyPr/>
        <a:lstStyle/>
        <a:p>
          <a:r>
            <a:rPr lang="en-US" b="1">
              <a:latin typeface="Segoe UI"/>
              <a:cs typeface="Segoe UI"/>
            </a:rPr>
            <a:t>   Storage:</a:t>
          </a:r>
          <a:r>
            <a:rPr lang="en-US">
              <a:latin typeface="Segoe UI"/>
              <a:cs typeface="Segoe UI"/>
            </a:rPr>
            <a:t> Hard Disk Drive (HDD) or Solid-State Drive (SSD) for long-term storage of data.</a:t>
          </a:r>
        </a:p>
      </dgm:t>
    </dgm:pt>
    <dgm:pt modelId="{CA31D20F-5651-4694-878B-8F98020183D7}" type="parTrans" cxnId="{BF9C02DB-3931-4DE9-86D2-0AF7F4957102}">
      <dgm:prSet/>
      <dgm:spPr/>
      <dgm:t>
        <a:bodyPr/>
        <a:lstStyle/>
        <a:p>
          <a:endParaRPr lang="en-US"/>
        </a:p>
      </dgm:t>
    </dgm:pt>
    <dgm:pt modelId="{6A42CAC1-28D8-46BC-A650-23D23EA87B68}" type="sibTrans" cxnId="{BF9C02DB-3931-4DE9-86D2-0AF7F4957102}">
      <dgm:prSet/>
      <dgm:spPr/>
      <dgm:t>
        <a:bodyPr/>
        <a:lstStyle/>
        <a:p>
          <a:endParaRPr lang="en-US"/>
        </a:p>
      </dgm:t>
    </dgm:pt>
    <dgm:pt modelId="{3A5B811B-ED5A-43D9-8597-840E9C699A33}">
      <dgm:prSet phldr="0"/>
      <dgm:spPr/>
      <dgm:t>
        <a:bodyPr/>
        <a:lstStyle/>
        <a:p>
          <a:pPr rtl="0"/>
          <a:r>
            <a:rPr lang="en-US" b="1">
              <a:latin typeface="Segoe UI"/>
              <a:cs typeface="Segoe UI"/>
            </a:rPr>
            <a:t> 1. Hardware Layer:</a:t>
          </a:r>
          <a:endParaRPr lang="en-US">
            <a:latin typeface="Segoe UI"/>
            <a:cs typeface="Segoe UI"/>
          </a:endParaRPr>
        </a:p>
      </dgm:t>
    </dgm:pt>
    <dgm:pt modelId="{F69998B7-6F87-436F-BF40-23C0FB895F14}" type="parTrans" cxnId="{9B7C51EE-65B4-4F47-B5A9-833E45636849}">
      <dgm:prSet/>
      <dgm:spPr/>
    </dgm:pt>
    <dgm:pt modelId="{489EAE01-0786-43A2-AD30-61B5FA6B47FB}" type="sibTrans" cxnId="{9B7C51EE-65B4-4F47-B5A9-833E45636849}">
      <dgm:prSet/>
      <dgm:spPr/>
    </dgm:pt>
    <dgm:pt modelId="{D55E5C19-9FEF-404C-BFBD-A72E748CC7DB}">
      <dgm:prSet phldr="0"/>
      <dgm:spPr/>
      <dgm:t>
        <a:bodyPr/>
        <a:lstStyle/>
        <a:p>
          <a:r>
            <a:rPr lang="en-US">
              <a:latin typeface="Segoe UI"/>
              <a:cs typeface="Segoe UI"/>
            </a:rPr>
            <a:t>  </a:t>
          </a:r>
          <a:r>
            <a:rPr lang="en-US" b="1">
              <a:latin typeface="Segoe UI"/>
              <a:cs typeface="Segoe UI"/>
            </a:rPr>
            <a:t> Processor: </a:t>
          </a:r>
          <a:r>
            <a:rPr lang="en-US">
              <a:latin typeface="Segoe UI"/>
              <a:cs typeface="Segoe UI"/>
            </a:rPr>
            <a:t>Central Processing Unit (CPU) or Graphics Processing Unit (GPU) containing billions of transistors.</a:t>
          </a:r>
        </a:p>
      </dgm:t>
    </dgm:pt>
    <dgm:pt modelId="{1749D3EE-E616-4AC0-BB33-8AEC24190942}" type="parTrans" cxnId="{62CBD5A9-C3E7-4C48-98EB-4F6A3C795E15}">
      <dgm:prSet/>
      <dgm:spPr/>
    </dgm:pt>
    <dgm:pt modelId="{E81B46A9-AE8C-4DAE-B660-5EE5ACE9D439}" type="sibTrans" cxnId="{62CBD5A9-C3E7-4C48-98EB-4F6A3C795E15}">
      <dgm:prSet/>
      <dgm:spPr/>
    </dgm:pt>
    <dgm:pt modelId="{4C9BE0C2-55F6-46DE-91FB-668AB530D9F6}" type="pres">
      <dgm:prSet presAssocID="{B2015A8F-C9C7-40B8-B2F4-F23D399181A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5870885-AEA3-4E21-8A8D-5D040F99FEB6}" type="pres">
      <dgm:prSet presAssocID="{3A5B811B-ED5A-43D9-8597-840E9C699A33}" presName="hierRoot1" presStyleCnt="0"/>
      <dgm:spPr/>
    </dgm:pt>
    <dgm:pt modelId="{FC252B4B-2AEA-4992-93BA-82AA9B8C3D9A}" type="pres">
      <dgm:prSet presAssocID="{3A5B811B-ED5A-43D9-8597-840E9C699A33}" presName="composite" presStyleCnt="0"/>
      <dgm:spPr/>
    </dgm:pt>
    <dgm:pt modelId="{8343F910-AEE8-4C2E-A2F5-937740D13A9B}" type="pres">
      <dgm:prSet presAssocID="{3A5B811B-ED5A-43D9-8597-840E9C699A33}" presName="background" presStyleLbl="node0" presStyleIdx="0" presStyleCnt="4"/>
      <dgm:spPr/>
    </dgm:pt>
    <dgm:pt modelId="{BD85011E-D430-4761-AF37-38BDF85FCD86}" type="pres">
      <dgm:prSet presAssocID="{3A5B811B-ED5A-43D9-8597-840E9C699A33}" presName="text" presStyleLbl="fgAcc0" presStyleIdx="0" presStyleCnt="4">
        <dgm:presLayoutVars>
          <dgm:chPref val="3"/>
        </dgm:presLayoutVars>
      </dgm:prSet>
      <dgm:spPr/>
    </dgm:pt>
    <dgm:pt modelId="{5B59F8F6-248E-480C-9A9E-08064C4E2BB6}" type="pres">
      <dgm:prSet presAssocID="{3A5B811B-ED5A-43D9-8597-840E9C699A33}" presName="hierChild2" presStyleCnt="0"/>
      <dgm:spPr/>
    </dgm:pt>
    <dgm:pt modelId="{CCF1C870-4ABC-4537-A9A5-B705675ADAA6}" type="pres">
      <dgm:prSet presAssocID="{D55E5C19-9FEF-404C-BFBD-A72E748CC7DB}" presName="hierRoot1" presStyleCnt="0"/>
      <dgm:spPr/>
    </dgm:pt>
    <dgm:pt modelId="{8B0E275A-35EE-48C0-910C-EA4875E3D7C7}" type="pres">
      <dgm:prSet presAssocID="{D55E5C19-9FEF-404C-BFBD-A72E748CC7DB}" presName="composite" presStyleCnt="0"/>
      <dgm:spPr/>
    </dgm:pt>
    <dgm:pt modelId="{FF9802B3-7CBC-4B64-8591-18912A6EE76C}" type="pres">
      <dgm:prSet presAssocID="{D55E5C19-9FEF-404C-BFBD-A72E748CC7DB}" presName="background" presStyleLbl="node0" presStyleIdx="1" presStyleCnt="4"/>
      <dgm:spPr/>
    </dgm:pt>
    <dgm:pt modelId="{5DECAC9B-50FC-4384-A22B-AF33E09E02CE}" type="pres">
      <dgm:prSet presAssocID="{D55E5C19-9FEF-404C-BFBD-A72E748CC7DB}" presName="text" presStyleLbl="fgAcc0" presStyleIdx="1" presStyleCnt="4">
        <dgm:presLayoutVars>
          <dgm:chPref val="3"/>
        </dgm:presLayoutVars>
      </dgm:prSet>
      <dgm:spPr/>
    </dgm:pt>
    <dgm:pt modelId="{9AF9813D-B9F2-41C4-AD7F-922482B2D239}" type="pres">
      <dgm:prSet presAssocID="{D55E5C19-9FEF-404C-BFBD-A72E748CC7DB}" presName="hierChild2" presStyleCnt="0"/>
      <dgm:spPr/>
    </dgm:pt>
    <dgm:pt modelId="{84C67453-8E21-426D-819C-35E25EE76FFA}" type="pres">
      <dgm:prSet presAssocID="{EAE67D0B-C9F1-45E6-A9FD-EFC5720A6CAF}" presName="hierRoot1" presStyleCnt="0"/>
      <dgm:spPr/>
    </dgm:pt>
    <dgm:pt modelId="{CA08E72A-AA80-4A0D-B4BE-2F39122E8616}" type="pres">
      <dgm:prSet presAssocID="{EAE67D0B-C9F1-45E6-A9FD-EFC5720A6CAF}" presName="composite" presStyleCnt="0"/>
      <dgm:spPr/>
    </dgm:pt>
    <dgm:pt modelId="{2C87BA65-BE51-4EE9-9D2F-29E8419EE868}" type="pres">
      <dgm:prSet presAssocID="{EAE67D0B-C9F1-45E6-A9FD-EFC5720A6CAF}" presName="background" presStyleLbl="node0" presStyleIdx="2" presStyleCnt="4"/>
      <dgm:spPr/>
    </dgm:pt>
    <dgm:pt modelId="{B6A8531D-3B58-4477-8554-9DBEAB528D88}" type="pres">
      <dgm:prSet presAssocID="{EAE67D0B-C9F1-45E6-A9FD-EFC5720A6CAF}" presName="text" presStyleLbl="fgAcc0" presStyleIdx="2" presStyleCnt="4">
        <dgm:presLayoutVars>
          <dgm:chPref val="3"/>
        </dgm:presLayoutVars>
      </dgm:prSet>
      <dgm:spPr/>
    </dgm:pt>
    <dgm:pt modelId="{7676E210-23BD-4A2B-A1EA-36EE0053C0EB}" type="pres">
      <dgm:prSet presAssocID="{EAE67D0B-C9F1-45E6-A9FD-EFC5720A6CAF}" presName="hierChild2" presStyleCnt="0"/>
      <dgm:spPr/>
    </dgm:pt>
    <dgm:pt modelId="{E2C26D78-CFDA-4670-8E07-7019A4BB1829}" type="pres">
      <dgm:prSet presAssocID="{9AD8C565-37BD-48A4-A962-CEC9A49DC114}" presName="hierRoot1" presStyleCnt="0"/>
      <dgm:spPr/>
    </dgm:pt>
    <dgm:pt modelId="{C1411D2D-B583-4B91-81AB-7504761D83B9}" type="pres">
      <dgm:prSet presAssocID="{9AD8C565-37BD-48A4-A962-CEC9A49DC114}" presName="composite" presStyleCnt="0"/>
      <dgm:spPr/>
    </dgm:pt>
    <dgm:pt modelId="{CE599BBB-9385-4374-B199-A90C28BEA6C4}" type="pres">
      <dgm:prSet presAssocID="{9AD8C565-37BD-48A4-A962-CEC9A49DC114}" presName="background" presStyleLbl="node0" presStyleIdx="3" presStyleCnt="4"/>
      <dgm:spPr/>
    </dgm:pt>
    <dgm:pt modelId="{8F74FA58-6C2D-4B87-A915-0AB865E8B6AD}" type="pres">
      <dgm:prSet presAssocID="{9AD8C565-37BD-48A4-A962-CEC9A49DC114}" presName="text" presStyleLbl="fgAcc0" presStyleIdx="3" presStyleCnt="4">
        <dgm:presLayoutVars>
          <dgm:chPref val="3"/>
        </dgm:presLayoutVars>
      </dgm:prSet>
      <dgm:spPr/>
    </dgm:pt>
    <dgm:pt modelId="{305DE2E3-9032-4B08-8012-C1685B9B374A}" type="pres">
      <dgm:prSet presAssocID="{9AD8C565-37BD-48A4-A962-CEC9A49DC114}" presName="hierChild2" presStyleCnt="0"/>
      <dgm:spPr/>
    </dgm:pt>
  </dgm:ptLst>
  <dgm:cxnLst>
    <dgm:cxn modelId="{582A5B42-4D10-4FA6-B0DB-FE9032E15D1E}" type="presOf" srcId="{EAE67D0B-C9F1-45E6-A9FD-EFC5720A6CAF}" destId="{B6A8531D-3B58-4477-8554-9DBEAB528D88}" srcOrd="0" destOrd="0" presId="urn:microsoft.com/office/officeart/2005/8/layout/hierarchy1"/>
    <dgm:cxn modelId="{4182D075-1754-4037-BEE5-9B00C3886803}" type="presOf" srcId="{9AD8C565-37BD-48A4-A962-CEC9A49DC114}" destId="{8F74FA58-6C2D-4B87-A915-0AB865E8B6AD}" srcOrd="0" destOrd="0" presId="urn:microsoft.com/office/officeart/2005/8/layout/hierarchy1"/>
    <dgm:cxn modelId="{C88F1B8A-553B-4210-A893-8F0210BA9157}" srcId="{B2015A8F-C9C7-40B8-B2F4-F23D399181A1}" destId="{EAE67D0B-C9F1-45E6-A9FD-EFC5720A6CAF}" srcOrd="2" destOrd="0" parTransId="{5514AAE1-2687-415C-A8CE-B75F0E0F434A}" sibTransId="{36BC21BA-4009-42B8-BCC0-8FCDDE654715}"/>
    <dgm:cxn modelId="{C07A6D8E-874C-4F98-BAFB-FCE8D6C69386}" type="presOf" srcId="{3A5B811B-ED5A-43D9-8597-840E9C699A33}" destId="{BD85011E-D430-4761-AF37-38BDF85FCD86}" srcOrd="0" destOrd="0" presId="urn:microsoft.com/office/officeart/2005/8/layout/hierarchy1"/>
    <dgm:cxn modelId="{62CBD5A9-C3E7-4C48-98EB-4F6A3C795E15}" srcId="{B2015A8F-C9C7-40B8-B2F4-F23D399181A1}" destId="{D55E5C19-9FEF-404C-BFBD-A72E748CC7DB}" srcOrd="1" destOrd="0" parTransId="{1749D3EE-E616-4AC0-BB33-8AEC24190942}" sibTransId="{E81B46A9-AE8C-4DAE-B660-5EE5ACE9D439}"/>
    <dgm:cxn modelId="{EF7E59BD-F7DE-47CF-9B95-511B7F2A2B87}" type="presOf" srcId="{D55E5C19-9FEF-404C-BFBD-A72E748CC7DB}" destId="{5DECAC9B-50FC-4384-A22B-AF33E09E02CE}" srcOrd="0" destOrd="0" presId="urn:microsoft.com/office/officeart/2005/8/layout/hierarchy1"/>
    <dgm:cxn modelId="{BF9C02DB-3931-4DE9-86D2-0AF7F4957102}" srcId="{B2015A8F-C9C7-40B8-B2F4-F23D399181A1}" destId="{9AD8C565-37BD-48A4-A962-CEC9A49DC114}" srcOrd="3" destOrd="0" parTransId="{CA31D20F-5651-4694-878B-8F98020183D7}" sibTransId="{6A42CAC1-28D8-46BC-A650-23D23EA87B68}"/>
    <dgm:cxn modelId="{9B7C51EE-65B4-4F47-B5A9-833E45636849}" srcId="{B2015A8F-C9C7-40B8-B2F4-F23D399181A1}" destId="{3A5B811B-ED5A-43D9-8597-840E9C699A33}" srcOrd="0" destOrd="0" parTransId="{F69998B7-6F87-436F-BF40-23C0FB895F14}" sibTransId="{489EAE01-0786-43A2-AD30-61B5FA6B47FB}"/>
    <dgm:cxn modelId="{E5D70CF4-F6ED-431E-89DA-4FB91A3C40F2}" type="presOf" srcId="{B2015A8F-C9C7-40B8-B2F4-F23D399181A1}" destId="{4C9BE0C2-55F6-46DE-91FB-668AB530D9F6}" srcOrd="0" destOrd="0" presId="urn:microsoft.com/office/officeart/2005/8/layout/hierarchy1"/>
    <dgm:cxn modelId="{3AEE8E22-D9E7-46CB-BC22-898FE259BE4C}" type="presParOf" srcId="{4C9BE0C2-55F6-46DE-91FB-668AB530D9F6}" destId="{B5870885-AEA3-4E21-8A8D-5D040F99FEB6}" srcOrd="0" destOrd="0" presId="urn:microsoft.com/office/officeart/2005/8/layout/hierarchy1"/>
    <dgm:cxn modelId="{8D57C13E-AA09-4B2A-9BD6-BE4CF7B390C1}" type="presParOf" srcId="{B5870885-AEA3-4E21-8A8D-5D040F99FEB6}" destId="{FC252B4B-2AEA-4992-93BA-82AA9B8C3D9A}" srcOrd="0" destOrd="0" presId="urn:microsoft.com/office/officeart/2005/8/layout/hierarchy1"/>
    <dgm:cxn modelId="{F00EF3D2-5C37-4197-8A23-75AF83AD4B55}" type="presParOf" srcId="{FC252B4B-2AEA-4992-93BA-82AA9B8C3D9A}" destId="{8343F910-AEE8-4C2E-A2F5-937740D13A9B}" srcOrd="0" destOrd="0" presId="urn:microsoft.com/office/officeart/2005/8/layout/hierarchy1"/>
    <dgm:cxn modelId="{04BF4015-2E1E-465A-AA4B-1BE6BF3E5800}" type="presParOf" srcId="{FC252B4B-2AEA-4992-93BA-82AA9B8C3D9A}" destId="{BD85011E-D430-4761-AF37-38BDF85FCD86}" srcOrd="1" destOrd="0" presId="urn:microsoft.com/office/officeart/2005/8/layout/hierarchy1"/>
    <dgm:cxn modelId="{77BC5ECD-071A-47B5-9A57-DDEBDB869A38}" type="presParOf" srcId="{B5870885-AEA3-4E21-8A8D-5D040F99FEB6}" destId="{5B59F8F6-248E-480C-9A9E-08064C4E2BB6}" srcOrd="1" destOrd="0" presId="urn:microsoft.com/office/officeart/2005/8/layout/hierarchy1"/>
    <dgm:cxn modelId="{978D8AEA-1BB5-482F-AF47-BD80DC13DAA7}" type="presParOf" srcId="{4C9BE0C2-55F6-46DE-91FB-668AB530D9F6}" destId="{CCF1C870-4ABC-4537-A9A5-B705675ADAA6}" srcOrd="1" destOrd="0" presId="urn:microsoft.com/office/officeart/2005/8/layout/hierarchy1"/>
    <dgm:cxn modelId="{9EFCC866-D7C6-4A88-8DD4-F00B9B2F7532}" type="presParOf" srcId="{CCF1C870-4ABC-4537-A9A5-B705675ADAA6}" destId="{8B0E275A-35EE-48C0-910C-EA4875E3D7C7}" srcOrd="0" destOrd="0" presId="urn:microsoft.com/office/officeart/2005/8/layout/hierarchy1"/>
    <dgm:cxn modelId="{3A720D45-FC57-48F6-9E0F-D191A9FE364F}" type="presParOf" srcId="{8B0E275A-35EE-48C0-910C-EA4875E3D7C7}" destId="{FF9802B3-7CBC-4B64-8591-18912A6EE76C}" srcOrd="0" destOrd="0" presId="urn:microsoft.com/office/officeart/2005/8/layout/hierarchy1"/>
    <dgm:cxn modelId="{857C7A1A-F28C-4B45-A46C-141F2FDEECC9}" type="presParOf" srcId="{8B0E275A-35EE-48C0-910C-EA4875E3D7C7}" destId="{5DECAC9B-50FC-4384-A22B-AF33E09E02CE}" srcOrd="1" destOrd="0" presId="urn:microsoft.com/office/officeart/2005/8/layout/hierarchy1"/>
    <dgm:cxn modelId="{BCB1BF27-988E-4CA4-9A01-1EB8CBDDEC95}" type="presParOf" srcId="{CCF1C870-4ABC-4537-A9A5-B705675ADAA6}" destId="{9AF9813D-B9F2-41C4-AD7F-922482B2D239}" srcOrd="1" destOrd="0" presId="urn:microsoft.com/office/officeart/2005/8/layout/hierarchy1"/>
    <dgm:cxn modelId="{3A7D4752-DEB3-4497-8B5D-DF337E9C44A4}" type="presParOf" srcId="{4C9BE0C2-55F6-46DE-91FB-668AB530D9F6}" destId="{84C67453-8E21-426D-819C-35E25EE76FFA}" srcOrd="2" destOrd="0" presId="urn:microsoft.com/office/officeart/2005/8/layout/hierarchy1"/>
    <dgm:cxn modelId="{2617EF6F-C073-4819-80D4-F3F0FF45BA33}" type="presParOf" srcId="{84C67453-8E21-426D-819C-35E25EE76FFA}" destId="{CA08E72A-AA80-4A0D-B4BE-2F39122E8616}" srcOrd="0" destOrd="0" presId="urn:microsoft.com/office/officeart/2005/8/layout/hierarchy1"/>
    <dgm:cxn modelId="{9EBC6852-D23E-4CDD-8D6D-F497FB657F37}" type="presParOf" srcId="{CA08E72A-AA80-4A0D-B4BE-2F39122E8616}" destId="{2C87BA65-BE51-4EE9-9D2F-29E8419EE868}" srcOrd="0" destOrd="0" presId="urn:microsoft.com/office/officeart/2005/8/layout/hierarchy1"/>
    <dgm:cxn modelId="{306D1E12-3D53-4049-8DDD-5C16D9F98F9B}" type="presParOf" srcId="{CA08E72A-AA80-4A0D-B4BE-2F39122E8616}" destId="{B6A8531D-3B58-4477-8554-9DBEAB528D88}" srcOrd="1" destOrd="0" presId="urn:microsoft.com/office/officeart/2005/8/layout/hierarchy1"/>
    <dgm:cxn modelId="{0B5D4325-5A61-42ED-8137-1B756C0BC579}" type="presParOf" srcId="{84C67453-8E21-426D-819C-35E25EE76FFA}" destId="{7676E210-23BD-4A2B-A1EA-36EE0053C0EB}" srcOrd="1" destOrd="0" presId="urn:microsoft.com/office/officeart/2005/8/layout/hierarchy1"/>
    <dgm:cxn modelId="{E6F76B77-A1F1-4F14-BE87-9DC026EC0575}" type="presParOf" srcId="{4C9BE0C2-55F6-46DE-91FB-668AB530D9F6}" destId="{E2C26D78-CFDA-4670-8E07-7019A4BB1829}" srcOrd="3" destOrd="0" presId="urn:microsoft.com/office/officeart/2005/8/layout/hierarchy1"/>
    <dgm:cxn modelId="{FD530377-0183-48B2-8DFB-2001B4865B6B}" type="presParOf" srcId="{E2C26D78-CFDA-4670-8E07-7019A4BB1829}" destId="{C1411D2D-B583-4B91-81AB-7504761D83B9}" srcOrd="0" destOrd="0" presId="urn:microsoft.com/office/officeart/2005/8/layout/hierarchy1"/>
    <dgm:cxn modelId="{A9876F1E-CA5E-434F-8641-938ACC0FC9EC}" type="presParOf" srcId="{C1411D2D-B583-4B91-81AB-7504761D83B9}" destId="{CE599BBB-9385-4374-B199-A90C28BEA6C4}" srcOrd="0" destOrd="0" presId="urn:microsoft.com/office/officeart/2005/8/layout/hierarchy1"/>
    <dgm:cxn modelId="{8747271F-DF51-454C-B019-09E1474AE280}" type="presParOf" srcId="{C1411D2D-B583-4B91-81AB-7504761D83B9}" destId="{8F74FA58-6C2D-4B87-A915-0AB865E8B6AD}" srcOrd="1" destOrd="0" presId="urn:microsoft.com/office/officeart/2005/8/layout/hierarchy1"/>
    <dgm:cxn modelId="{93F970B8-9C5B-4F20-8067-946A4488FEAD}" type="presParOf" srcId="{E2C26D78-CFDA-4670-8E07-7019A4BB1829}" destId="{305DE2E3-9032-4B08-8012-C1685B9B374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1EC2EF7-6FEB-4FB8-ABED-361EA07F50B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FA1301C9-8980-40E9-9C71-DF97478E2B4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Applications: Programs developed for specific tasks</a:t>
          </a:r>
        </a:p>
      </dgm:t>
    </dgm:pt>
    <dgm:pt modelId="{9C77F050-8EC2-4EDD-B3B4-36645AD25FBD}" type="parTrans" cxnId="{DBDC2DFD-BD97-4427-A2A2-0AF8DBCB1B18}">
      <dgm:prSet/>
      <dgm:spPr/>
      <dgm:t>
        <a:bodyPr/>
        <a:lstStyle/>
        <a:p>
          <a:endParaRPr lang="en-US"/>
        </a:p>
      </dgm:t>
    </dgm:pt>
    <dgm:pt modelId="{7FBD0CC5-34BD-4E4B-950E-F134821DBCD9}" type="sibTrans" cxnId="{DBDC2DFD-BD97-4427-A2A2-0AF8DBCB1B18}">
      <dgm:prSet/>
      <dgm:spPr/>
      <dgm:t>
        <a:bodyPr/>
        <a:lstStyle/>
        <a:p>
          <a:endParaRPr lang="en-US"/>
        </a:p>
      </dgm:t>
    </dgm:pt>
    <dgm:pt modelId="{3472B9A6-50A1-4E97-9F52-1D98D490E95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Quantum Processor: Quantum bits implemented using physical systems such as superconducting circuits, trapped ions, or photonic systems</a:t>
          </a:r>
        </a:p>
      </dgm:t>
    </dgm:pt>
    <dgm:pt modelId="{19BE9903-054D-4405-9D41-B075E2BC1295}" type="parTrans" cxnId="{906B2DD2-5A61-4DED-8E07-755F9FB346C7}">
      <dgm:prSet/>
      <dgm:spPr/>
      <dgm:t>
        <a:bodyPr/>
        <a:lstStyle/>
        <a:p>
          <a:endParaRPr lang="en-US"/>
        </a:p>
      </dgm:t>
    </dgm:pt>
    <dgm:pt modelId="{EA15DA52-AE99-4F4F-A9C1-07691F6B7FD3}" type="sibTrans" cxnId="{906B2DD2-5A61-4DED-8E07-755F9FB346C7}">
      <dgm:prSet/>
      <dgm:spPr/>
      <dgm:t>
        <a:bodyPr/>
        <a:lstStyle/>
        <a:p>
          <a:endParaRPr lang="en-US"/>
        </a:p>
      </dgm:t>
    </dgm:pt>
    <dgm:pt modelId="{919029B1-9718-4865-9E58-823D72E80E6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Quantum Memory: Temporary storage of quantum information required for quantum algorithms and operations</a:t>
          </a:r>
        </a:p>
      </dgm:t>
    </dgm:pt>
    <dgm:pt modelId="{6528DE9C-41A8-46E9-9933-6C1FE5D1F28D}" type="parTrans" cxnId="{3C29DFF1-D404-46E1-BFA7-3BBC07E6773B}">
      <dgm:prSet/>
      <dgm:spPr/>
      <dgm:t>
        <a:bodyPr/>
        <a:lstStyle/>
        <a:p>
          <a:endParaRPr lang="en-US"/>
        </a:p>
      </dgm:t>
    </dgm:pt>
    <dgm:pt modelId="{212098D7-FC72-481E-AF82-0DA3B8BB18EC}" type="sibTrans" cxnId="{3C29DFF1-D404-46E1-BFA7-3BBC07E6773B}">
      <dgm:prSet/>
      <dgm:spPr/>
      <dgm:t>
        <a:bodyPr/>
        <a:lstStyle/>
        <a:p>
          <a:endParaRPr lang="en-US"/>
        </a:p>
      </dgm:t>
    </dgm:pt>
    <dgm:pt modelId="{D409E7A4-285B-4CDD-AE61-3002EBEAABA0}" type="pres">
      <dgm:prSet presAssocID="{41EC2EF7-6FEB-4FB8-ABED-361EA07F50BA}" presName="root" presStyleCnt="0">
        <dgm:presLayoutVars>
          <dgm:dir/>
          <dgm:resizeHandles val="exact"/>
        </dgm:presLayoutVars>
      </dgm:prSet>
      <dgm:spPr/>
    </dgm:pt>
    <dgm:pt modelId="{B42DEA3C-9A23-400D-89B7-AB157389C949}" type="pres">
      <dgm:prSet presAssocID="{FA1301C9-8980-40E9-9C71-DF97478E2B43}" presName="compNode" presStyleCnt="0"/>
      <dgm:spPr/>
    </dgm:pt>
    <dgm:pt modelId="{6DC69406-90DE-42DA-AC9D-55646D0F447D}" type="pres">
      <dgm:prSet presAssocID="{FA1301C9-8980-40E9-9C71-DF97478E2B43}" presName="bgRect" presStyleLbl="bgShp" presStyleIdx="0" presStyleCnt="3"/>
      <dgm:spPr/>
    </dgm:pt>
    <dgm:pt modelId="{594AFEA0-69A8-416F-8C1E-F5704ED879C6}" type="pres">
      <dgm:prSet presAssocID="{FA1301C9-8980-40E9-9C71-DF97478E2B4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47164D12-C8E4-488A-B15C-0841A76F7CDD}" type="pres">
      <dgm:prSet presAssocID="{FA1301C9-8980-40E9-9C71-DF97478E2B43}" presName="spaceRect" presStyleCnt="0"/>
      <dgm:spPr/>
    </dgm:pt>
    <dgm:pt modelId="{6C882E14-7349-49B4-B5F4-C1AC7F880273}" type="pres">
      <dgm:prSet presAssocID="{FA1301C9-8980-40E9-9C71-DF97478E2B43}" presName="parTx" presStyleLbl="revTx" presStyleIdx="0" presStyleCnt="3">
        <dgm:presLayoutVars>
          <dgm:chMax val="0"/>
          <dgm:chPref val="0"/>
        </dgm:presLayoutVars>
      </dgm:prSet>
      <dgm:spPr/>
    </dgm:pt>
    <dgm:pt modelId="{934734A2-8048-4B3A-8530-9447A62DB90A}" type="pres">
      <dgm:prSet presAssocID="{7FBD0CC5-34BD-4E4B-950E-F134821DBCD9}" presName="sibTrans" presStyleCnt="0"/>
      <dgm:spPr/>
    </dgm:pt>
    <dgm:pt modelId="{6694480B-8ACC-427F-9702-1CF1A5B03382}" type="pres">
      <dgm:prSet presAssocID="{3472B9A6-50A1-4E97-9F52-1D98D490E954}" presName="compNode" presStyleCnt="0"/>
      <dgm:spPr/>
    </dgm:pt>
    <dgm:pt modelId="{805F626C-DE42-4FB2-975C-9B0633BA6421}" type="pres">
      <dgm:prSet presAssocID="{3472B9A6-50A1-4E97-9F52-1D98D490E954}" presName="bgRect" presStyleLbl="bgShp" presStyleIdx="1" presStyleCnt="3"/>
      <dgm:spPr/>
    </dgm:pt>
    <dgm:pt modelId="{C2CFFF9C-3035-4B32-A828-26239BCE256B}" type="pres">
      <dgm:prSet presAssocID="{3472B9A6-50A1-4E97-9F52-1D98D490E95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tom"/>
        </a:ext>
      </dgm:extLst>
    </dgm:pt>
    <dgm:pt modelId="{791D63DF-7B18-4604-BAA9-4FE91F0A38B4}" type="pres">
      <dgm:prSet presAssocID="{3472B9A6-50A1-4E97-9F52-1D98D490E954}" presName="spaceRect" presStyleCnt="0"/>
      <dgm:spPr/>
    </dgm:pt>
    <dgm:pt modelId="{0C91CDD2-76D0-41DC-93DF-6FE469C837E1}" type="pres">
      <dgm:prSet presAssocID="{3472B9A6-50A1-4E97-9F52-1D98D490E954}" presName="parTx" presStyleLbl="revTx" presStyleIdx="1" presStyleCnt="3">
        <dgm:presLayoutVars>
          <dgm:chMax val="0"/>
          <dgm:chPref val="0"/>
        </dgm:presLayoutVars>
      </dgm:prSet>
      <dgm:spPr/>
    </dgm:pt>
    <dgm:pt modelId="{951984F5-7B02-4346-9A36-F5385D9C3087}" type="pres">
      <dgm:prSet presAssocID="{EA15DA52-AE99-4F4F-A9C1-07691F6B7FD3}" presName="sibTrans" presStyleCnt="0"/>
      <dgm:spPr/>
    </dgm:pt>
    <dgm:pt modelId="{BFFC5B41-29C6-4BC6-8EDB-D2817697A5E0}" type="pres">
      <dgm:prSet presAssocID="{919029B1-9718-4865-9E58-823D72E80E68}" presName="compNode" presStyleCnt="0"/>
      <dgm:spPr/>
    </dgm:pt>
    <dgm:pt modelId="{B4A4E43A-DCB1-41CA-8E86-967E8FB035E2}" type="pres">
      <dgm:prSet presAssocID="{919029B1-9718-4865-9E58-823D72E80E68}" presName="bgRect" presStyleLbl="bgShp" presStyleIdx="2" presStyleCnt="3"/>
      <dgm:spPr/>
    </dgm:pt>
    <dgm:pt modelId="{F3098C3A-A575-4889-87F1-1799DFD0E714}" type="pres">
      <dgm:prSet presAssocID="{919029B1-9718-4865-9E58-823D72E80E6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75B95492-BCFF-42B5-AB7D-28EF5FBA4D3A}" type="pres">
      <dgm:prSet presAssocID="{919029B1-9718-4865-9E58-823D72E80E68}" presName="spaceRect" presStyleCnt="0"/>
      <dgm:spPr/>
    </dgm:pt>
    <dgm:pt modelId="{ED5AF562-651D-4C92-B6C9-441E9F03D02F}" type="pres">
      <dgm:prSet presAssocID="{919029B1-9718-4865-9E58-823D72E80E68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4A388926-A183-4464-B928-F00ADA711901}" type="presOf" srcId="{919029B1-9718-4865-9E58-823D72E80E68}" destId="{ED5AF562-651D-4C92-B6C9-441E9F03D02F}" srcOrd="0" destOrd="0" presId="urn:microsoft.com/office/officeart/2018/2/layout/IconVerticalSolidList"/>
    <dgm:cxn modelId="{5206A57B-81FF-497E-9B42-93CEA5990659}" type="presOf" srcId="{3472B9A6-50A1-4E97-9F52-1D98D490E954}" destId="{0C91CDD2-76D0-41DC-93DF-6FE469C837E1}" srcOrd="0" destOrd="0" presId="urn:microsoft.com/office/officeart/2018/2/layout/IconVerticalSolidList"/>
    <dgm:cxn modelId="{29D18A7C-46C5-48D5-A61E-937284922F6F}" type="presOf" srcId="{FA1301C9-8980-40E9-9C71-DF97478E2B43}" destId="{6C882E14-7349-49B4-B5F4-C1AC7F880273}" srcOrd="0" destOrd="0" presId="urn:microsoft.com/office/officeart/2018/2/layout/IconVerticalSolidList"/>
    <dgm:cxn modelId="{555B44C9-E73B-4BCC-B2E9-6F01523C2F23}" type="presOf" srcId="{41EC2EF7-6FEB-4FB8-ABED-361EA07F50BA}" destId="{D409E7A4-285B-4CDD-AE61-3002EBEAABA0}" srcOrd="0" destOrd="0" presId="urn:microsoft.com/office/officeart/2018/2/layout/IconVerticalSolidList"/>
    <dgm:cxn modelId="{906B2DD2-5A61-4DED-8E07-755F9FB346C7}" srcId="{41EC2EF7-6FEB-4FB8-ABED-361EA07F50BA}" destId="{3472B9A6-50A1-4E97-9F52-1D98D490E954}" srcOrd="1" destOrd="0" parTransId="{19BE9903-054D-4405-9D41-B075E2BC1295}" sibTransId="{EA15DA52-AE99-4F4F-A9C1-07691F6B7FD3}"/>
    <dgm:cxn modelId="{3C29DFF1-D404-46E1-BFA7-3BBC07E6773B}" srcId="{41EC2EF7-6FEB-4FB8-ABED-361EA07F50BA}" destId="{919029B1-9718-4865-9E58-823D72E80E68}" srcOrd="2" destOrd="0" parTransId="{6528DE9C-41A8-46E9-9933-6C1FE5D1F28D}" sibTransId="{212098D7-FC72-481E-AF82-0DA3B8BB18EC}"/>
    <dgm:cxn modelId="{DBDC2DFD-BD97-4427-A2A2-0AF8DBCB1B18}" srcId="{41EC2EF7-6FEB-4FB8-ABED-361EA07F50BA}" destId="{FA1301C9-8980-40E9-9C71-DF97478E2B43}" srcOrd="0" destOrd="0" parTransId="{9C77F050-8EC2-4EDD-B3B4-36645AD25FBD}" sibTransId="{7FBD0CC5-34BD-4E4B-950E-F134821DBCD9}"/>
    <dgm:cxn modelId="{4E9DA7B1-B56A-4A52-AC6E-1B8E97E93617}" type="presParOf" srcId="{D409E7A4-285B-4CDD-AE61-3002EBEAABA0}" destId="{B42DEA3C-9A23-400D-89B7-AB157389C949}" srcOrd="0" destOrd="0" presId="urn:microsoft.com/office/officeart/2018/2/layout/IconVerticalSolidList"/>
    <dgm:cxn modelId="{FFE5963A-AADE-4BF5-80AF-01D3014EC709}" type="presParOf" srcId="{B42DEA3C-9A23-400D-89B7-AB157389C949}" destId="{6DC69406-90DE-42DA-AC9D-55646D0F447D}" srcOrd="0" destOrd="0" presId="urn:microsoft.com/office/officeart/2018/2/layout/IconVerticalSolidList"/>
    <dgm:cxn modelId="{E737C1C5-4B48-472E-AD98-B0357E5E6746}" type="presParOf" srcId="{B42DEA3C-9A23-400D-89B7-AB157389C949}" destId="{594AFEA0-69A8-416F-8C1E-F5704ED879C6}" srcOrd="1" destOrd="0" presId="urn:microsoft.com/office/officeart/2018/2/layout/IconVerticalSolidList"/>
    <dgm:cxn modelId="{E299C4E7-47CF-4842-8152-25AF19CCEEDB}" type="presParOf" srcId="{B42DEA3C-9A23-400D-89B7-AB157389C949}" destId="{47164D12-C8E4-488A-B15C-0841A76F7CDD}" srcOrd="2" destOrd="0" presId="urn:microsoft.com/office/officeart/2018/2/layout/IconVerticalSolidList"/>
    <dgm:cxn modelId="{6C7948B7-7569-4975-B277-41149DE5DA82}" type="presParOf" srcId="{B42DEA3C-9A23-400D-89B7-AB157389C949}" destId="{6C882E14-7349-49B4-B5F4-C1AC7F880273}" srcOrd="3" destOrd="0" presId="urn:microsoft.com/office/officeart/2018/2/layout/IconVerticalSolidList"/>
    <dgm:cxn modelId="{0A30A77E-F3C0-4150-A3AA-4C528A898006}" type="presParOf" srcId="{D409E7A4-285B-4CDD-AE61-3002EBEAABA0}" destId="{934734A2-8048-4B3A-8530-9447A62DB90A}" srcOrd="1" destOrd="0" presId="urn:microsoft.com/office/officeart/2018/2/layout/IconVerticalSolidList"/>
    <dgm:cxn modelId="{90C0BB27-9DF6-4DC5-9814-9550A16B4E80}" type="presParOf" srcId="{D409E7A4-285B-4CDD-AE61-3002EBEAABA0}" destId="{6694480B-8ACC-427F-9702-1CF1A5B03382}" srcOrd="2" destOrd="0" presId="urn:microsoft.com/office/officeart/2018/2/layout/IconVerticalSolidList"/>
    <dgm:cxn modelId="{7AFD8DE8-EF7B-4E09-AA1B-6B946C4946D2}" type="presParOf" srcId="{6694480B-8ACC-427F-9702-1CF1A5B03382}" destId="{805F626C-DE42-4FB2-975C-9B0633BA6421}" srcOrd="0" destOrd="0" presId="urn:microsoft.com/office/officeart/2018/2/layout/IconVerticalSolidList"/>
    <dgm:cxn modelId="{6D715D8B-9B29-47B2-98C9-850950A75CFD}" type="presParOf" srcId="{6694480B-8ACC-427F-9702-1CF1A5B03382}" destId="{C2CFFF9C-3035-4B32-A828-26239BCE256B}" srcOrd="1" destOrd="0" presId="urn:microsoft.com/office/officeart/2018/2/layout/IconVerticalSolidList"/>
    <dgm:cxn modelId="{A3AF6E8E-55B0-433A-A021-0B7F15B587E4}" type="presParOf" srcId="{6694480B-8ACC-427F-9702-1CF1A5B03382}" destId="{791D63DF-7B18-4604-BAA9-4FE91F0A38B4}" srcOrd="2" destOrd="0" presId="urn:microsoft.com/office/officeart/2018/2/layout/IconVerticalSolidList"/>
    <dgm:cxn modelId="{E0176B7D-B913-4E9C-8C1A-DEF085C5CEF2}" type="presParOf" srcId="{6694480B-8ACC-427F-9702-1CF1A5B03382}" destId="{0C91CDD2-76D0-41DC-93DF-6FE469C837E1}" srcOrd="3" destOrd="0" presId="urn:microsoft.com/office/officeart/2018/2/layout/IconVerticalSolidList"/>
    <dgm:cxn modelId="{D4784C65-234C-4568-B9FF-24E76FD0F296}" type="presParOf" srcId="{D409E7A4-285B-4CDD-AE61-3002EBEAABA0}" destId="{951984F5-7B02-4346-9A36-F5385D9C3087}" srcOrd="3" destOrd="0" presId="urn:microsoft.com/office/officeart/2018/2/layout/IconVerticalSolidList"/>
    <dgm:cxn modelId="{1736BA78-D3CF-412C-AFD5-03A2716E8E49}" type="presParOf" srcId="{D409E7A4-285B-4CDD-AE61-3002EBEAABA0}" destId="{BFFC5B41-29C6-4BC6-8EDB-D2817697A5E0}" srcOrd="4" destOrd="0" presId="urn:microsoft.com/office/officeart/2018/2/layout/IconVerticalSolidList"/>
    <dgm:cxn modelId="{AEF60500-9A92-4F84-85AA-F10D2484513E}" type="presParOf" srcId="{BFFC5B41-29C6-4BC6-8EDB-D2817697A5E0}" destId="{B4A4E43A-DCB1-41CA-8E86-967E8FB035E2}" srcOrd="0" destOrd="0" presId="urn:microsoft.com/office/officeart/2018/2/layout/IconVerticalSolidList"/>
    <dgm:cxn modelId="{41A5373F-D2D6-4F32-9E85-4EB1E30957AE}" type="presParOf" srcId="{BFFC5B41-29C6-4BC6-8EDB-D2817697A5E0}" destId="{F3098C3A-A575-4889-87F1-1799DFD0E714}" srcOrd="1" destOrd="0" presId="urn:microsoft.com/office/officeart/2018/2/layout/IconVerticalSolidList"/>
    <dgm:cxn modelId="{859F37BB-7DD0-4E9B-A09D-A2810DE9C8BB}" type="presParOf" srcId="{BFFC5B41-29C6-4BC6-8EDB-D2817697A5E0}" destId="{75B95492-BCFF-42B5-AB7D-28EF5FBA4D3A}" srcOrd="2" destOrd="0" presId="urn:microsoft.com/office/officeart/2018/2/layout/IconVerticalSolidList"/>
    <dgm:cxn modelId="{5D8572F5-8937-44AD-B444-1033467B01FF}" type="presParOf" srcId="{BFFC5B41-29C6-4BC6-8EDB-D2817697A5E0}" destId="{ED5AF562-651D-4C92-B6C9-441E9F03D02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09F9AB9-0502-4475-9858-E6B7867A992A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DBAFF758-7EEC-4404-B788-693E7AEDAA2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1. Factoring large integers:</a:t>
          </a:r>
          <a:r>
            <a:rPr lang="en-US"/>
            <a:t> </a:t>
          </a:r>
        </a:p>
      </dgm:t>
    </dgm:pt>
    <dgm:pt modelId="{2BF8649A-CFFC-441E-901E-0A8DB6041AA1}" type="parTrans" cxnId="{C448C3BC-7A4E-4DBE-BAF8-85D6578D2F36}">
      <dgm:prSet/>
      <dgm:spPr/>
      <dgm:t>
        <a:bodyPr/>
        <a:lstStyle/>
        <a:p>
          <a:endParaRPr lang="en-US"/>
        </a:p>
      </dgm:t>
    </dgm:pt>
    <dgm:pt modelId="{436F8B20-8567-4639-B1F1-41A4DE065A10}" type="sibTrans" cxnId="{C448C3BC-7A4E-4DBE-BAF8-85D6578D2F36}">
      <dgm:prSet/>
      <dgm:spPr/>
      <dgm:t>
        <a:bodyPr/>
        <a:lstStyle/>
        <a:p>
          <a:endParaRPr lang="en-US"/>
        </a:p>
      </dgm:t>
    </dgm:pt>
    <dgm:pt modelId="{9826A258-CE3D-4D3A-9C01-6A3617DB274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2. Searching unsorted databases:</a:t>
          </a:r>
          <a:endParaRPr lang="en-US"/>
        </a:p>
      </dgm:t>
    </dgm:pt>
    <dgm:pt modelId="{B7525183-53F7-4C47-90BC-EB8528B89E94}" type="parTrans" cxnId="{365D1C85-1F80-4B48-B715-3205B447B32D}">
      <dgm:prSet/>
      <dgm:spPr/>
      <dgm:t>
        <a:bodyPr/>
        <a:lstStyle/>
        <a:p>
          <a:endParaRPr lang="en-US"/>
        </a:p>
      </dgm:t>
    </dgm:pt>
    <dgm:pt modelId="{C4C2D7AD-288A-4E75-A014-FE6289E1E480}" type="sibTrans" cxnId="{365D1C85-1F80-4B48-B715-3205B447B32D}">
      <dgm:prSet/>
      <dgm:spPr/>
      <dgm:t>
        <a:bodyPr/>
        <a:lstStyle/>
        <a:p>
          <a:endParaRPr lang="en-US"/>
        </a:p>
      </dgm:t>
    </dgm:pt>
    <dgm:pt modelId="{4ABA790C-58AF-468F-B608-45CF9FF9300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3. Simulating quantum systems:</a:t>
          </a:r>
          <a:endParaRPr lang="en-US"/>
        </a:p>
      </dgm:t>
    </dgm:pt>
    <dgm:pt modelId="{1E0A82C9-AFA2-454A-B3A1-5A3AB5FAE564}" type="parTrans" cxnId="{16795EAF-D679-4E4A-99C3-6C65AA6EC4A6}">
      <dgm:prSet/>
      <dgm:spPr/>
      <dgm:t>
        <a:bodyPr/>
        <a:lstStyle/>
        <a:p>
          <a:endParaRPr lang="en-US"/>
        </a:p>
      </dgm:t>
    </dgm:pt>
    <dgm:pt modelId="{330ECCC6-47AE-45EF-B76E-451C9F1C10B4}" type="sibTrans" cxnId="{16795EAF-D679-4E4A-99C3-6C65AA6EC4A6}">
      <dgm:prSet/>
      <dgm:spPr/>
      <dgm:t>
        <a:bodyPr/>
        <a:lstStyle/>
        <a:p>
          <a:endParaRPr lang="en-US"/>
        </a:p>
      </dgm:t>
    </dgm:pt>
    <dgm:pt modelId="{65E39B0F-DCD7-44DB-B099-023338DB382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4. Optimization problems:</a:t>
          </a:r>
          <a:r>
            <a:rPr lang="en-US"/>
            <a:t> </a:t>
          </a:r>
        </a:p>
      </dgm:t>
    </dgm:pt>
    <dgm:pt modelId="{9987466C-4B3A-448C-88A6-26FE2B35D8A3}" type="parTrans" cxnId="{07D3DA33-7028-4CBB-86B4-F7FAEDEC148B}">
      <dgm:prSet/>
      <dgm:spPr/>
      <dgm:t>
        <a:bodyPr/>
        <a:lstStyle/>
        <a:p>
          <a:endParaRPr lang="en-US"/>
        </a:p>
      </dgm:t>
    </dgm:pt>
    <dgm:pt modelId="{3A7B92CF-30C5-424F-87B5-058468AE4965}" type="sibTrans" cxnId="{07D3DA33-7028-4CBB-86B4-F7FAEDEC148B}">
      <dgm:prSet/>
      <dgm:spPr/>
      <dgm:t>
        <a:bodyPr/>
        <a:lstStyle/>
        <a:p>
          <a:endParaRPr lang="en-US"/>
        </a:p>
      </dgm:t>
    </dgm:pt>
    <dgm:pt modelId="{39F75490-FAA3-49F5-84EB-4D7A7ED0241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5. Machine learning and AI:</a:t>
          </a:r>
          <a:endParaRPr lang="en-US"/>
        </a:p>
      </dgm:t>
    </dgm:pt>
    <dgm:pt modelId="{A9D0A170-B379-4F83-B67B-57F27D8F84A2}" type="parTrans" cxnId="{7075AD41-3F89-4D00-B496-63019E3E9C58}">
      <dgm:prSet/>
      <dgm:spPr/>
      <dgm:t>
        <a:bodyPr/>
        <a:lstStyle/>
        <a:p>
          <a:endParaRPr lang="en-US"/>
        </a:p>
      </dgm:t>
    </dgm:pt>
    <dgm:pt modelId="{9752AC6C-47D8-4F71-8011-3DE29A1C2D83}" type="sibTrans" cxnId="{7075AD41-3F89-4D00-B496-63019E3E9C58}">
      <dgm:prSet/>
      <dgm:spPr/>
      <dgm:t>
        <a:bodyPr/>
        <a:lstStyle/>
        <a:p>
          <a:endParaRPr lang="en-US"/>
        </a:p>
      </dgm:t>
    </dgm:pt>
    <dgm:pt modelId="{34233105-B77B-492F-894C-4C56332B08CB}" type="pres">
      <dgm:prSet presAssocID="{A09F9AB9-0502-4475-9858-E6B7867A992A}" presName="root" presStyleCnt="0">
        <dgm:presLayoutVars>
          <dgm:dir/>
          <dgm:resizeHandles val="exact"/>
        </dgm:presLayoutVars>
      </dgm:prSet>
      <dgm:spPr/>
    </dgm:pt>
    <dgm:pt modelId="{9918E75D-286C-4BC8-ACD3-7FE4890A84C2}" type="pres">
      <dgm:prSet presAssocID="{DBAFF758-7EEC-4404-B788-693E7AEDAA29}" presName="compNode" presStyleCnt="0"/>
      <dgm:spPr/>
    </dgm:pt>
    <dgm:pt modelId="{1B282622-E822-408B-82DF-4B49F3AF047A}" type="pres">
      <dgm:prSet presAssocID="{DBAFF758-7EEC-4404-B788-693E7AEDAA29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76563B41-4C2D-4EB5-9E70-53BC428573B9}" type="pres">
      <dgm:prSet presAssocID="{DBAFF758-7EEC-4404-B788-693E7AEDAA29}" presName="spaceRect" presStyleCnt="0"/>
      <dgm:spPr/>
    </dgm:pt>
    <dgm:pt modelId="{462FD8B0-A408-4827-AEBD-FDC31D649F2A}" type="pres">
      <dgm:prSet presAssocID="{DBAFF758-7EEC-4404-B788-693E7AEDAA29}" presName="textRect" presStyleLbl="revTx" presStyleIdx="0" presStyleCnt="5">
        <dgm:presLayoutVars>
          <dgm:chMax val="1"/>
          <dgm:chPref val="1"/>
        </dgm:presLayoutVars>
      </dgm:prSet>
      <dgm:spPr/>
    </dgm:pt>
    <dgm:pt modelId="{398292EC-08C3-4AB1-A669-68E71B332E70}" type="pres">
      <dgm:prSet presAssocID="{436F8B20-8567-4639-B1F1-41A4DE065A10}" presName="sibTrans" presStyleCnt="0"/>
      <dgm:spPr/>
    </dgm:pt>
    <dgm:pt modelId="{2AD9D6F2-BCA8-41EC-838F-281DD36DA1E3}" type="pres">
      <dgm:prSet presAssocID="{9826A258-CE3D-4D3A-9C01-6A3617DB2748}" presName="compNode" presStyleCnt="0"/>
      <dgm:spPr/>
    </dgm:pt>
    <dgm:pt modelId="{99D5FA03-E7D3-4767-80FE-DD37FCE87691}" type="pres">
      <dgm:prSet presAssocID="{9826A258-CE3D-4D3A-9C01-6A3617DB2748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EC814BC0-FBC5-4E3B-81F9-F208FDE52DE2}" type="pres">
      <dgm:prSet presAssocID="{9826A258-CE3D-4D3A-9C01-6A3617DB2748}" presName="spaceRect" presStyleCnt="0"/>
      <dgm:spPr/>
    </dgm:pt>
    <dgm:pt modelId="{578B2AA5-013C-4E4E-82C6-8611F79DBF43}" type="pres">
      <dgm:prSet presAssocID="{9826A258-CE3D-4D3A-9C01-6A3617DB2748}" presName="textRect" presStyleLbl="revTx" presStyleIdx="1" presStyleCnt="5">
        <dgm:presLayoutVars>
          <dgm:chMax val="1"/>
          <dgm:chPref val="1"/>
        </dgm:presLayoutVars>
      </dgm:prSet>
      <dgm:spPr/>
    </dgm:pt>
    <dgm:pt modelId="{1FEA55D5-02B9-46DD-9F98-2BDD29C31C6C}" type="pres">
      <dgm:prSet presAssocID="{C4C2D7AD-288A-4E75-A014-FE6289E1E480}" presName="sibTrans" presStyleCnt="0"/>
      <dgm:spPr/>
    </dgm:pt>
    <dgm:pt modelId="{89EB1924-BFB3-4403-9E27-30F4AA0FF41C}" type="pres">
      <dgm:prSet presAssocID="{4ABA790C-58AF-468F-B608-45CF9FF93002}" presName="compNode" presStyleCnt="0"/>
      <dgm:spPr/>
    </dgm:pt>
    <dgm:pt modelId="{BE39693B-D691-4D49-AA2D-F46D4E6229AD}" type="pres">
      <dgm:prSet presAssocID="{4ABA790C-58AF-468F-B608-45CF9FF93002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tom"/>
        </a:ext>
      </dgm:extLst>
    </dgm:pt>
    <dgm:pt modelId="{AD15C0A6-B7EB-42F7-B3A6-934FC59CEC1A}" type="pres">
      <dgm:prSet presAssocID="{4ABA790C-58AF-468F-B608-45CF9FF93002}" presName="spaceRect" presStyleCnt="0"/>
      <dgm:spPr/>
    </dgm:pt>
    <dgm:pt modelId="{C6F1547B-628E-4DA2-8BDC-4ABAB36687C7}" type="pres">
      <dgm:prSet presAssocID="{4ABA790C-58AF-468F-B608-45CF9FF93002}" presName="textRect" presStyleLbl="revTx" presStyleIdx="2" presStyleCnt="5">
        <dgm:presLayoutVars>
          <dgm:chMax val="1"/>
          <dgm:chPref val="1"/>
        </dgm:presLayoutVars>
      </dgm:prSet>
      <dgm:spPr/>
    </dgm:pt>
    <dgm:pt modelId="{18F74FB6-1066-443C-B2C4-BECBFC9FA720}" type="pres">
      <dgm:prSet presAssocID="{330ECCC6-47AE-45EF-B76E-451C9F1C10B4}" presName="sibTrans" presStyleCnt="0"/>
      <dgm:spPr/>
    </dgm:pt>
    <dgm:pt modelId="{A8A8C2A7-08A4-4C6C-BBE5-C07F9E8DB989}" type="pres">
      <dgm:prSet presAssocID="{65E39B0F-DCD7-44DB-B099-023338DB382C}" presName="compNode" presStyleCnt="0"/>
      <dgm:spPr/>
    </dgm:pt>
    <dgm:pt modelId="{F3603E82-1BC0-4417-AAD5-E8FDE362706D}" type="pres">
      <dgm:prSet presAssocID="{65E39B0F-DCD7-44DB-B099-023338DB382C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E22BCCD2-5599-40E4-A486-250D7D1B2609}" type="pres">
      <dgm:prSet presAssocID="{65E39B0F-DCD7-44DB-B099-023338DB382C}" presName="spaceRect" presStyleCnt="0"/>
      <dgm:spPr/>
    </dgm:pt>
    <dgm:pt modelId="{7552D834-F0E1-4F34-B980-9ADA20DDFD64}" type="pres">
      <dgm:prSet presAssocID="{65E39B0F-DCD7-44DB-B099-023338DB382C}" presName="textRect" presStyleLbl="revTx" presStyleIdx="3" presStyleCnt="5">
        <dgm:presLayoutVars>
          <dgm:chMax val="1"/>
          <dgm:chPref val="1"/>
        </dgm:presLayoutVars>
      </dgm:prSet>
      <dgm:spPr/>
    </dgm:pt>
    <dgm:pt modelId="{60637D70-5CB2-4EB6-AE20-1F4848912583}" type="pres">
      <dgm:prSet presAssocID="{3A7B92CF-30C5-424F-87B5-058468AE4965}" presName="sibTrans" presStyleCnt="0"/>
      <dgm:spPr/>
    </dgm:pt>
    <dgm:pt modelId="{D468427F-46BA-49F0-B7F3-DBF5C3FCC1BB}" type="pres">
      <dgm:prSet presAssocID="{39F75490-FAA3-49F5-84EB-4D7A7ED0241A}" presName="compNode" presStyleCnt="0"/>
      <dgm:spPr/>
    </dgm:pt>
    <dgm:pt modelId="{8D33CABD-70BC-4C3E-A1B1-E873EE73BEDF}" type="pres">
      <dgm:prSet presAssocID="{39F75490-FAA3-49F5-84EB-4D7A7ED0241A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A6E1AC37-5898-4657-A397-130A2EC8E9CD}" type="pres">
      <dgm:prSet presAssocID="{39F75490-FAA3-49F5-84EB-4D7A7ED0241A}" presName="spaceRect" presStyleCnt="0"/>
      <dgm:spPr/>
    </dgm:pt>
    <dgm:pt modelId="{BFA66696-B9A2-45F2-AB4F-3339BA280224}" type="pres">
      <dgm:prSet presAssocID="{39F75490-FAA3-49F5-84EB-4D7A7ED0241A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C1CE7F12-2C60-46FA-8F88-EB5D1FAC8D42}" type="presOf" srcId="{39F75490-FAA3-49F5-84EB-4D7A7ED0241A}" destId="{BFA66696-B9A2-45F2-AB4F-3339BA280224}" srcOrd="0" destOrd="0" presId="urn:microsoft.com/office/officeart/2018/2/layout/IconLabelList"/>
    <dgm:cxn modelId="{35E7FA14-00CB-40A2-924F-BD6D938C3916}" type="presOf" srcId="{A09F9AB9-0502-4475-9858-E6B7867A992A}" destId="{34233105-B77B-492F-894C-4C56332B08CB}" srcOrd="0" destOrd="0" presId="urn:microsoft.com/office/officeart/2018/2/layout/IconLabelList"/>
    <dgm:cxn modelId="{07D3DA33-7028-4CBB-86B4-F7FAEDEC148B}" srcId="{A09F9AB9-0502-4475-9858-E6B7867A992A}" destId="{65E39B0F-DCD7-44DB-B099-023338DB382C}" srcOrd="3" destOrd="0" parTransId="{9987466C-4B3A-448C-88A6-26FE2B35D8A3}" sibTransId="{3A7B92CF-30C5-424F-87B5-058468AE4965}"/>
    <dgm:cxn modelId="{29AAE838-4AA7-4342-9D77-D7CC40BE9A29}" type="presOf" srcId="{65E39B0F-DCD7-44DB-B099-023338DB382C}" destId="{7552D834-F0E1-4F34-B980-9ADA20DDFD64}" srcOrd="0" destOrd="0" presId="urn:microsoft.com/office/officeart/2018/2/layout/IconLabelList"/>
    <dgm:cxn modelId="{7075AD41-3F89-4D00-B496-63019E3E9C58}" srcId="{A09F9AB9-0502-4475-9858-E6B7867A992A}" destId="{39F75490-FAA3-49F5-84EB-4D7A7ED0241A}" srcOrd="4" destOrd="0" parTransId="{A9D0A170-B379-4F83-B67B-57F27D8F84A2}" sibTransId="{9752AC6C-47D8-4F71-8011-3DE29A1C2D83}"/>
    <dgm:cxn modelId="{5FD11181-D26B-41B4-931A-32520726477C}" type="presOf" srcId="{DBAFF758-7EEC-4404-B788-693E7AEDAA29}" destId="{462FD8B0-A408-4827-AEBD-FDC31D649F2A}" srcOrd="0" destOrd="0" presId="urn:microsoft.com/office/officeart/2018/2/layout/IconLabelList"/>
    <dgm:cxn modelId="{365D1C85-1F80-4B48-B715-3205B447B32D}" srcId="{A09F9AB9-0502-4475-9858-E6B7867A992A}" destId="{9826A258-CE3D-4D3A-9C01-6A3617DB2748}" srcOrd="1" destOrd="0" parTransId="{B7525183-53F7-4C47-90BC-EB8528B89E94}" sibTransId="{C4C2D7AD-288A-4E75-A014-FE6289E1E480}"/>
    <dgm:cxn modelId="{BB31778E-E90F-4354-8346-BFB2C8E55923}" type="presOf" srcId="{4ABA790C-58AF-468F-B608-45CF9FF93002}" destId="{C6F1547B-628E-4DA2-8BDC-4ABAB36687C7}" srcOrd="0" destOrd="0" presId="urn:microsoft.com/office/officeart/2018/2/layout/IconLabelList"/>
    <dgm:cxn modelId="{16795EAF-D679-4E4A-99C3-6C65AA6EC4A6}" srcId="{A09F9AB9-0502-4475-9858-E6B7867A992A}" destId="{4ABA790C-58AF-468F-B608-45CF9FF93002}" srcOrd="2" destOrd="0" parTransId="{1E0A82C9-AFA2-454A-B3A1-5A3AB5FAE564}" sibTransId="{330ECCC6-47AE-45EF-B76E-451C9F1C10B4}"/>
    <dgm:cxn modelId="{C448C3BC-7A4E-4DBE-BAF8-85D6578D2F36}" srcId="{A09F9AB9-0502-4475-9858-E6B7867A992A}" destId="{DBAFF758-7EEC-4404-B788-693E7AEDAA29}" srcOrd="0" destOrd="0" parTransId="{2BF8649A-CFFC-441E-901E-0A8DB6041AA1}" sibTransId="{436F8B20-8567-4639-B1F1-41A4DE065A10}"/>
    <dgm:cxn modelId="{3BE211F7-EA5C-461C-9085-6E52CB7E7DF0}" type="presOf" srcId="{9826A258-CE3D-4D3A-9C01-6A3617DB2748}" destId="{578B2AA5-013C-4E4E-82C6-8611F79DBF43}" srcOrd="0" destOrd="0" presId="urn:microsoft.com/office/officeart/2018/2/layout/IconLabelList"/>
    <dgm:cxn modelId="{2E610B34-9D89-4155-B86B-B459BB219775}" type="presParOf" srcId="{34233105-B77B-492F-894C-4C56332B08CB}" destId="{9918E75D-286C-4BC8-ACD3-7FE4890A84C2}" srcOrd="0" destOrd="0" presId="urn:microsoft.com/office/officeart/2018/2/layout/IconLabelList"/>
    <dgm:cxn modelId="{49FD5287-3FFE-46B1-B8BF-BB1575D8BFD6}" type="presParOf" srcId="{9918E75D-286C-4BC8-ACD3-7FE4890A84C2}" destId="{1B282622-E822-408B-82DF-4B49F3AF047A}" srcOrd="0" destOrd="0" presId="urn:microsoft.com/office/officeart/2018/2/layout/IconLabelList"/>
    <dgm:cxn modelId="{DCE94ED9-56DC-4B5E-92A7-26865B53250E}" type="presParOf" srcId="{9918E75D-286C-4BC8-ACD3-7FE4890A84C2}" destId="{76563B41-4C2D-4EB5-9E70-53BC428573B9}" srcOrd="1" destOrd="0" presId="urn:microsoft.com/office/officeart/2018/2/layout/IconLabelList"/>
    <dgm:cxn modelId="{4D2DDAF0-55B6-474D-AB2E-2F27A89AABAA}" type="presParOf" srcId="{9918E75D-286C-4BC8-ACD3-7FE4890A84C2}" destId="{462FD8B0-A408-4827-AEBD-FDC31D649F2A}" srcOrd="2" destOrd="0" presId="urn:microsoft.com/office/officeart/2018/2/layout/IconLabelList"/>
    <dgm:cxn modelId="{13B9D814-C4B2-4D53-9DAE-5C789B618649}" type="presParOf" srcId="{34233105-B77B-492F-894C-4C56332B08CB}" destId="{398292EC-08C3-4AB1-A669-68E71B332E70}" srcOrd="1" destOrd="0" presId="urn:microsoft.com/office/officeart/2018/2/layout/IconLabelList"/>
    <dgm:cxn modelId="{E0191820-4EEC-44AC-AE36-077E48A1CC1B}" type="presParOf" srcId="{34233105-B77B-492F-894C-4C56332B08CB}" destId="{2AD9D6F2-BCA8-41EC-838F-281DD36DA1E3}" srcOrd="2" destOrd="0" presId="urn:microsoft.com/office/officeart/2018/2/layout/IconLabelList"/>
    <dgm:cxn modelId="{FD382C19-840B-4D2E-BBC4-D15713A64491}" type="presParOf" srcId="{2AD9D6F2-BCA8-41EC-838F-281DD36DA1E3}" destId="{99D5FA03-E7D3-4767-80FE-DD37FCE87691}" srcOrd="0" destOrd="0" presId="urn:microsoft.com/office/officeart/2018/2/layout/IconLabelList"/>
    <dgm:cxn modelId="{400F0835-9D7B-4D05-B14F-51B66B194101}" type="presParOf" srcId="{2AD9D6F2-BCA8-41EC-838F-281DD36DA1E3}" destId="{EC814BC0-FBC5-4E3B-81F9-F208FDE52DE2}" srcOrd="1" destOrd="0" presId="urn:microsoft.com/office/officeart/2018/2/layout/IconLabelList"/>
    <dgm:cxn modelId="{DABDF969-96BD-4B3B-9FDC-BD1A8B9349A4}" type="presParOf" srcId="{2AD9D6F2-BCA8-41EC-838F-281DD36DA1E3}" destId="{578B2AA5-013C-4E4E-82C6-8611F79DBF43}" srcOrd="2" destOrd="0" presId="urn:microsoft.com/office/officeart/2018/2/layout/IconLabelList"/>
    <dgm:cxn modelId="{4730FFEF-E36A-423A-A92B-E4E5269A43B5}" type="presParOf" srcId="{34233105-B77B-492F-894C-4C56332B08CB}" destId="{1FEA55D5-02B9-46DD-9F98-2BDD29C31C6C}" srcOrd="3" destOrd="0" presId="urn:microsoft.com/office/officeart/2018/2/layout/IconLabelList"/>
    <dgm:cxn modelId="{5FBF9013-8762-43AD-A773-2BAB526BD04C}" type="presParOf" srcId="{34233105-B77B-492F-894C-4C56332B08CB}" destId="{89EB1924-BFB3-4403-9E27-30F4AA0FF41C}" srcOrd="4" destOrd="0" presId="urn:microsoft.com/office/officeart/2018/2/layout/IconLabelList"/>
    <dgm:cxn modelId="{9B08BBD9-9F7B-4E35-AE3E-0430E650A1E6}" type="presParOf" srcId="{89EB1924-BFB3-4403-9E27-30F4AA0FF41C}" destId="{BE39693B-D691-4D49-AA2D-F46D4E6229AD}" srcOrd="0" destOrd="0" presId="urn:microsoft.com/office/officeart/2018/2/layout/IconLabelList"/>
    <dgm:cxn modelId="{7026BD25-BE76-4310-87A2-D8D319A65FA5}" type="presParOf" srcId="{89EB1924-BFB3-4403-9E27-30F4AA0FF41C}" destId="{AD15C0A6-B7EB-42F7-B3A6-934FC59CEC1A}" srcOrd="1" destOrd="0" presId="urn:microsoft.com/office/officeart/2018/2/layout/IconLabelList"/>
    <dgm:cxn modelId="{056F14C3-6E81-4E19-B1FE-1F17EF91E453}" type="presParOf" srcId="{89EB1924-BFB3-4403-9E27-30F4AA0FF41C}" destId="{C6F1547B-628E-4DA2-8BDC-4ABAB36687C7}" srcOrd="2" destOrd="0" presId="urn:microsoft.com/office/officeart/2018/2/layout/IconLabelList"/>
    <dgm:cxn modelId="{F9A0070D-A091-4FCC-852D-16A114B70A90}" type="presParOf" srcId="{34233105-B77B-492F-894C-4C56332B08CB}" destId="{18F74FB6-1066-443C-B2C4-BECBFC9FA720}" srcOrd="5" destOrd="0" presId="urn:microsoft.com/office/officeart/2018/2/layout/IconLabelList"/>
    <dgm:cxn modelId="{2F739E42-8E36-42BA-899F-3E66D1E11B7C}" type="presParOf" srcId="{34233105-B77B-492F-894C-4C56332B08CB}" destId="{A8A8C2A7-08A4-4C6C-BBE5-C07F9E8DB989}" srcOrd="6" destOrd="0" presId="urn:microsoft.com/office/officeart/2018/2/layout/IconLabelList"/>
    <dgm:cxn modelId="{EB248310-DD49-47A5-AE1A-DACFB4A0B7B8}" type="presParOf" srcId="{A8A8C2A7-08A4-4C6C-BBE5-C07F9E8DB989}" destId="{F3603E82-1BC0-4417-AAD5-E8FDE362706D}" srcOrd="0" destOrd="0" presId="urn:microsoft.com/office/officeart/2018/2/layout/IconLabelList"/>
    <dgm:cxn modelId="{CE2E7164-568D-4CB0-8705-CDDA2D24D056}" type="presParOf" srcId="{A8A8C2A7-08A4-4C6C-BBE5-C07F9E8DB989}" destId="{E22BCCD2-5599-40E4-A486-250D7D1B2609}" srcOrd="1" destOrd="0" presId="urn:microsoft.com/office/officeart/2018/2/layout/IconLabelList"/>
    <dgm:cxn modelId="{D74747B2-94C5-4D07-8D65-59ABD536CE4E}" type="presParOf" srcId="{A8A8C2A7-08A4-4C6C-BBE5-C07F9E8DB989}" destId="{7552D834-F0E1-4F34-B980-9ADA20DDFD64}" srcOrd="2" destOrd="0" presId="urn:microsoft.com/office/officeart/2018/2/layout/IconLabelList"/>
    <dgm:cxn modelId="{9556B5DD-9963-4993-AFE4-E25330BF3CCD}" type="presParOf" srcId="{34233105-B77B-492F-894C-4C56332B08CB}" destId="{60637D70-5CB2-4EB6-AE20-1F4848912583}" srcOrd="7" destOrd="0" presId="urn:microsoft.com/office/officeart/2018/2/layout/IconLabelList"/>
    <dgm:cxn modelId="{13650158-26AF-401D-A1A3-EF404E22B234}" type="presParOf" srcId="{34233105-B77B-492F-894C-4C56332B08CB}" destId="{D468427F-46BA-49F0-B7F3-DBF5C3FCC1BB}" srcOrd="8" destOrd="0" presId="urn:microsoft.com/office/officeart/2018/2/layout/IconLabelList"/>
    <dgm:cxn modelId="{469822DB-0315-413D-805B-455E88F332F7}" type="presParOf" srcId="{D468427F-46BA-49F0-B7F3-DBF5C3FCC1BB}" destId="{8D33CABD-70BC-4C3E-A1B1-E873EE73BEDF}" srcOrd="0" destOrd="0" presId="urn:microsoft.com/office/officeart/2018/2/layout/IconLabelList"/>
    <dgm:cxn modelId="{6DCD6C83-836C-4103-8D7A-65C2F5080D47}" type="presParOf" srcId="{D468427F-46BA-49F0-B7F3-DBF5C3FCC1BB}" destId="{A6E1AC37-5898-4657-A397-130A2EC8E9CD}" srcOrd="1" destOrd="0" presId="urn:microsoft.com/office/officeart/2018/2/layout/IconLabelList"/>
    <dgm:cxn modelId="{8D2D2090-133D-4043-8C53-FBAD6BDA1E1A}" type="presParOf" srcId="{D468427F-46BA-49F0-B7F3-DBF5C3FCC1BB}" destId="{BFA66696-B9A2-45F2-AB4F-3339BA280224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878EAB0-8CEC-4AC3-9AC0-0D8B7DA8037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0C71C1E3-A500-4653-A5A1-91C2474276F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Quantum bits, or qubits, are the fundamental units of quantum information, analogous to classical bits</a:t>
          </a:r>
        </a:p>
      </dgm:t>
    </dgm:pt>
    <dgm:pt modelId="{E7DE347C-2540-43E4-923B-09BBAFB90891}" type="parTrans" cxnId="{E187DDF4-094E-4FCE-BD6B-0C451AE0B7E6}">
      <dgm:prSet/>
      <dgm:spPr/>
      <dgm:t>
        <a:bodyPr/>
        <a:lstStyle/>
        <a:p>
          <a:endParaRPr lang="en-US"/>
        </a:p>
      </dgm:t>
    </dgm:pt>
    <dgm:pt modelId="{D5C9ABC9-C7AC-4A76-ACFB-E071DEA993D6}" type="sibTrans" cxnId="{E187DDF4-094E-4FCE-BD6B-0C451AE0B7E6}">
      <dgm:prSet/>
      <dgm:spPr/>
      <dgm:t>
        <a:bodyPr/>
        <a:lstStyle/>
        <a:p>
          <a:endParaRPr lang="en-US"/>
        </a:p>
      </dgm:t>
    </dgm:pt>
    <dgm:pt modelId="{1BCD21D4-1647-4329-9705-8AB35FBBBAB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Unlike classical bits, which can be either 0 or 1, qubits can exist in a superposition of both 0 and 1 simultaneously, allowing for the potential for exponentially more computational power in quantum computers</a:t>
          </a:r>
        </a:p>
      </dgm:t>
    </dgm:pt>
    <dgm:pt modelId="{763E893C-37C5-4C8C-80E6-40DB2E8FBB7A}" type="parTrans" cxnId="{3CF30F00-FB2B-46CA-B6B7-3D0B67807BC1}">
      <dgm:prSet/>
      <dgm:spPr/>
      <dgm:t>
        <a:bodyPr/>
        <a:lstStyle/>
        <a:p>
          <a:endParaRPr lang="en-US"/>
        </a:p>
      </dgm:t>
    </dgm:pt>
    <dgm:pt modelId="{CD0A5C2F-EDF9-47CA-811C-61A3EDD86298}" type="sibTrans" cxnId="{3CF30F00-FB2B-46CA-B6B7-3D0B67807BC1}">
      <dgm:prSet/>
      <dgm:spPr/>
      <dgm:t>
        <a:bodyPr/>
        <a:lstStyle/>
        <a:p>
          <a:endParaRPr lang="en-US"/>
        </a:p>
      </dgm:t>
    </dgm:pt>
    <dgm:pt modelId="{635FE64C-6732-46E5-877E-A32529A720A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There are various physical systems that can be used to implement qubits, each with its own method of generation</a:t>
          </a:r>
        </a:p>
      </dgm:t>
    </dgm:pt>
    <dgm:pt modelId="{E322C514-14A1-4F5E-BB33-F022859120BE}" type="parTrans" cxnId="{3938B682-D531-4946-B107-CE24DB96CC04}">
      <dgm:prSet/>
      <dgm:spPr/>
      <dgm:t>
        <a:bodyPr/>
        <a:lstStyle/>
        <a:p>
          <a:endParaRPr lang="en-US"/>
        </a:p>
      </dgm:t>
    </dgm:pt>
    <dgm:pt modelId="{6F9A99CA-B066-47DC-8B17-EB03F4EB37C5}" type="sibTrans" cxnId="{3938B682-D531-4946-B107-CE24DB96CC04}">
      <dgm:prSet/>
      <dgm:spPr/>
      <dgm:t>
        <a:bodyPr/>
        <a:lstStyle/>
        <a:p>
          <a:endParaRPr lang="en-US"/>
        </a:p>
      </dgm:t>
    </dgm:pt>
    <dgm:pt modelId="{0EC3F76B-0EF0-4E4D-81CB-B13B734CDA75}" type="pres">
      <dgm:prSet presAssocID="{1878EAB0-8CEC-4AC3-9AC0-0D8B7DA8037B}" presName="root" presStyleCnt="0">
        <dgm:presLayoutVars>
          <dgm:dir/>
          <dgm:resizeHandles val="exact"/>
        </dgm:presLayoutVars>
      </dgm:prSet>
      <dgm:spPr/>
    </dgm:pt>
    <dgm:pt modelId="{1327905D-9D34-4299-9375-E8A2D7A85E85}" type="pres">
      <dgm:prSet presAssocID="{0C71C1E3-A500-4653-A5A1-91C2474276F1}" presName="compNode" presStyleCnt="0"/>
      <dgm:spPr/>
    </dgm:pt>
    <dgm:pt modelId="{C1AE558F-4096-4921-8549-AF8FAF78727C}" type="pres">
      <dgm:prSet presAssocID="{0C71C1E3-A500-4653-A5A1-91C2474276F1}" presName="bgRect" presStyleLbl="bgShp" presStyleIdx="0" presStyleCnt="3"/>
      <dgm:spPr/>
    </dgm:pt>
    <dgm:pt modelId="{FDD40D95-07BD-4665-8817-C10FDEC92A09}" type="pres">
      <dgm:prSet presAssocID="{0C71C1E3-A500-4653-A5A1-91C2474276F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tom"/>
        </a:ext>
      </dgm:extLst>
    </dgm:pt>
    <dgm:pt modelId="{29F627F3-8F1D-4E76-B187-874DD9A1BC31}" type="pres">
      <dgm:prSet presAssocID="{0C71C1E3-A500-4653-A5A1-91C2474276F1}" presName="spaceRect" presStyleCnt="0"/>
      <dgm:spPr/>
    </dgm:pt>
    <dgm:pt modelId="{BCA38CF5-BEA0-4620-B091-9358F52924C8}" type="pres">
      <dgm:prSet presAssocID="{0C71C1E3-A500-4653-A5A1-91C2474276F1}" presName="parTx" presStyleLbl="revTx" presStyleIdx="0" presStyleCnt="3">
        <dgm:presLayoutVars>
          <dgm:chMax val="0"/>
          <dgm:chPref val="0"/>
        </dgm:presLayoutVars>
      </dgm:prSet>
      <dgm:spPr/>
    </dgm:pt>
    <dgm:pt modelId="{8FE087ED-DFDE-4CB7-8615-3DB8ADB923CB}" type="pres">
      <dgm:prSet presAssocID="{D5C9ABC9-C7AC-4A76-ACFB-E071DEA993D6}" presName="sibTrans" presStyleCnt="0"/>
      <dgm:spPr/>
    </dgm:pt>
    <dgm:pt modelId="{041A8AD5-2AE6-40A4-AD55-8508CC54B279}" type="pres">
      <dgm:prSet presAssocID="{1BCD21D4-1647-4329-9705-8AB35FBBBAB2}" presName="compNode" presStyleCnt="0"/>
      <dgm:spPr/>
    </dgm:pt>
    <dgm:pt modelId="{50AF147A-99D6-49D8-85FB-9EC59227630A}" type="pres">
      <dgm:prSet presAssocID="{1BCD21D4-1647-4329-9705-8AB35FBBBAB2}" presName="bgRect" presStyleLbl="bgShp" presStyleIdx="1" presStyleCnt="3"/>
      <dgm:spPr/>
    </dgm:pt>
    <dgm:pt modelId="{1477F1D7-9283-49DD-A4E1-C0FE0573488C}" type="pres">
      <dgm:prSet presAssocID="{1BCD21D4-1647-4329-9705-8AB35FBBBAB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NA"/>
        </a:ext>
      </dgm:extLst>
    </dgm:pt>
    <dgm:pt modelId="{7FED1801-423A-419B-90B9-EA9100EA1BC5}" type="pres">
      <dgm:prSet presAssocID="{1BCD21D4-1647-4329-9705-8AB35FBBBAB2}" presName="spaceRect" presStyleCnt="0"/>
      <dgm:spPr/>
    </dgm:pt>
    <dgm:pt modelId="{C8191232-F6EF-4CCD-A438-63E02BCEB212}" type="pres">
      <dgm:prSet presAssocID="{1BCD21D4-1647-4329-9705-8AB35FBBBAB2}" presName="parTx" presStyleLbl="revTx" presStyleIdx="1" presStyleCnt="3">
        <dgm:presLayoutVars>
          <dgm:chMax val="0"/>
          <dgm:chPref val="0"/>
        </dgm:presLayoutVars>
      </dgm:prSet>
      <dgm:spPr/>
    </dgm:pt>
    <dgm:pt modelId="{C5E94CA7-B318-43F0-9E8F-9D1C1D57403C}" type="pres">
      <dgm:prSet presAssocID="{CD0A5C2F-EDF9-47CA-811C-61A3EDD86298}" presName="sibTrans" presStyleCnt="0"/>
      <dgm:spPr/>
    </dgm:pt>
    <dgm:pt modelId="{381E7368-EE4B-48A0-A50C-EB114E0FAF7C}" type="pres">
      <dgm:prSet presAssocID="{635FE64C-6732-46E5-877E-A32529A720AA}" presName="compNode" presStyleCnt="0"/>
      <dgm:spPr/>
    </dgm:pt>
    <dgm:pt modelId="{ECFA81B3-D605-4341-9B97-1E86AB75B798}" type="pres">
      <dgm:prSet presAssocID="{635FE64C-6732-46E5-877E-A32529A720AA}" presName="bgRect" presStyleLbl="bgShp" presStyleIdx="2" presStyleCnt="3"/>
      <dgm:spPr/>
    </dgm:pt>
    <dgm:pt modelId="{0D3FFCD4-5EA2-4583-805C-E444B42374AD}" type="pres">
      <dgm:prSet presAssocID="{635FE64C-6732-46E5-877E-A32529A720A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B04441E6-AF5A-4203-A0AB-A8346B960795}" type="pres">
      <dgm:prSet presAssocID="{635FE64C-6732-46E5-877E-A32529A720AA}" presName="spaceRect" presStyleCnt="0"/>
      <dgm:spPr/>
    </dgm:pt>
    <dgm:pt modelId="{2D7E75E1-6265-4940-B326-570F5C0831B4}" type="pres">
      <dgm:prSet presAssocID="{635FE64C-6732-46E5-877E-A32529A720AA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3CF30F00-FB2B-46CA-B6B7-3D0B67807BC1}" srcId="{1878EAB0-8CEC-4AC3-9AC0-0D8B7DA8037B}" destId="{1BCD21D4-1647-4329-9705-8AB35FBBBAB2}" srcOrd="1" destOrd="0" parTransId="{763E893C-37C5-4C8C-80E6-40DB2E8FBB7A}" sibTransId="{CD0A5C2F-EDF9-47CA-811C-61A3EDD86298}"/>
    <dgm:cxn modelId="{081EB610-8D77-420B-8A97-848AB04F72B6}" type="presOf" srcId="{635FE64C-6732-46E5-877E-A32529A720AA}" destId="{2D7E75E1-6265-4940-B326-570F5C0831B4}" srcOrd="0" destOrd="0" presId="urn:microsoft.com/office/officeart/2018/2/layout/IconVerticalSolidList"/>
    <dgm:cxn modelId="{49709D32-22BF-4235-AA2C-0E6E772B2D18}" type="presOf" srcId="{1BCD21D4-1647-4329-9705-8AB35FBBBAB2}" destId="{C8191232-F6EF-4CCD-A438-63E02BCEB212}" srcOrd="0" destOrd="0" presId="urn:microsoft.com/office/officeart/2018/2/layout/IconVerticalSolidList"/>
    <dgm:cxn modelId="{3938B682-D531-4946-B107-CE24DB96CC04}" srcId="{1878EAB0-8CEC-4AC3-9AC0-0D8B7DA8037B}" destId="{635FE64C-6732-46E5-877E-A32529A720AA}" srcOrd="2" destOrd="0" parTransId="{E322C514-14A1-4F5E-BB33-F022859120BE}" sibTransId="{6F9A99CA-B066-47DC-8B17-EB03F4EB37C5}"/>
    <dgm:cxn modelId="{4F1E9AC1-188D-45AD-A62B-749DCFE4104A}" type="presOf" srcId="{0C71C1E3-A500-4653-A5A1-91C2474276F1}" destId="{BCA38CF5-BEA0-4620-B091-9358F52924C8}" srcOrd="0" destOrd="0" presId="urn:microsoft.com/office/officeart/2018/2/layout/IconVerticalSolidList"/>
    <dgm:cxn modelId="{1B6B6AE4-48A5-4E77-9ADD-C99A553EC653}" type="presOf" srcId="{1878EAB0-8CEC-4AC3-9AC0-0D8B7DA8037B}" destId="{0EC3F76B-0EF0-4E4D-81CB-B13B734CDA75}" srcOrd="0" destOrd="0" presId="urn:microsoft.com/office/officeart/2018/2/layout/IconVerticalSolidList"/>
    <dgm:cxn modelId="{E187DDF4-094E-4FCE-BD6B-0C451AE0B7E6}" srcId="{1878EAB0-8CEC-4AC3-9AC0-0D8B7DA8037B}" destId="{0C71C1E3-A500-4653-A5A1-91C2474276F1}" srcOrd="0" destOrd="0" parTransId="{E7DE347C-2540-43E4-923B-09BBAFB90891}" sibTransId="{D5C9ABC9-C7AC-4A76-ACFB-E071DEA993D6}"/>
    <dgm:cxn modelId="{AAF41939-209E-44D2-B594-1CC866A50200}" type="presParOf" srcId="{0EC3F76B-0EF0-4E4D-81CB-B13B734CDA75}" destId="{1327905D-9D34-4299-9375-E8A2D7A85E85}" srcOrd="0" destOrd="0" presId="urn:microsoft.com/office/officeart/2018/2/layout/IconVerticalSolidList"/>
    <dgm:cxn modelId="{F519E606-C008-42DE-A36D-4BF201B4305F}" type="presParOf" srcId="{1327905D-9D34-4299-9375-E8A2D7A85E85}" destId="{C1AE558F-4096-4921-8549-AF8FAF78727C}" srcOrd="0" destOrd="0" presId="urn:microsoft.com/office/officeart/2018/2/layout/IconVerticalSolidList"/>
    <dgm:cxn modelId="{D302B6FD-8E9A-4242-8B06-F43DA00D054A}" type="presParOf" srcId="{1327905D-9D34-4299-9375-E8A2D7A85E85}" destId="{FDD40D95-07BD-4665-8817-C10FDEC92A09}" srcOrd="1" destOrd="0" presId="urn:microsoft.com/office/officeart/2018/2/layout/IconVerticalSolidList"/>
    <dgm:cxn modelId="{90E536BD-A04E-40EE-B7DA-D99EF10DAC51}" type="presParOf" srcId="{1327905D-9D34-4299-9375-E8A2D7A85E85}" destId="{29F627F3-8F1D-4E76-B187-874DD9A1BC31}" srcOrd="2" destOrd="0" presId="urn:microsoft.com/office/officeart/2018/2/layout/IconVerticalSolidList"/>
    <dgm:cxn modelId="{26D946F2-BB7B-41DE-A090-5E7B7ED88F1B}" type="presParOf" srcId="{1327905D-9D34-4299-9375-E8A2D7A85E85}" destId="{BCA38CF5-BEA0-4620-B091-9358F52924C8}" srcOrd="3" destOrd="0" presId="urn:microsoft.com/office/officeart/2018/2/layout/IconVerticalSolidList"/>
    <dgm:cxn modelId="{CA579526-6842-48A9-A2F2-A1FB227CE6ED}" type="presParOf" srcId="{0EC3F76B-0EF0-4E4D-81CB-B13B734CDA75}" destId="{8FE087ED-DFDE-4CB7-8615-3DB8ADB923CB}" srcOrd="1" destOrd="0" presId="urn:microsoft.com/office/officeart/2018/2/layout/IconVerticalSolidList"/>
    <dgm:cxn modelId="{862C9EF1-5404-451B-80C1-4D87D68DB93D}" type="presParOf" srcId="{0EC3F76B-0EF0-4E4D-81CB-B13B734CDA75}" destId="{041A8AD5-2AE6-40A4-AD55-8508CC54B279}" srcOrd="2" destOrd="0" presId="urn:microsoft.com/office/officeart/2018/2/layout/IconVerticalSolidList"/>
    <dgm:cxn modelId="{548400CE-B7D7-4F26-945C-D4531D557DA5}" type="presParOf" srcId="{041A8AD5-2AE6-40A4-AD55-8508CC54B279}" destId="{50AF147A-99D6-49D8-85FB-9EC59227630A}" srcOrd="0" destOrd="0" presId="urn:microsoft.com/office/officeart/2018/2/layout/IconVerticalSolidList"/>
    <dgm:cxn modelId="{AA64BAF9-CA10-4384-9140-FB91297230DA}" type="presParOf" srcId="{041A8AD5-2AE6-40A4-AD55-8508CC54B279}" destId="{1477F1D7-9283-49DD-A4E1-C0FE0573488C}" srcOrd="1" destOrd="0" presId="urn:microsoft.com/office/officeart/2018/2/layout/IconVerticalSolidList"/>
    <dgm:cxn modelId="{1E469CA8-3F54-4035-B080-EED0AF70E41B}" type="presParOf" srcId="{041A8AD5-2AE6-40A4-AD55-8508CC54B279}" destId="{7FED1801-423A-419B-90B9-EA9100EA1BC5}" srcOrd="2" destOrd="0" presId="urn:microsoft.com/office/officeart/2018/2/layout/IconVerticalSolidList"/>
    <dgm:cxn modelId="{7FEBD4DE-22A4-4167-81EF-E1359A2FD289}" type="presParOf" srcId="{041A8AD5-2AE6-40A4-AD55-8508CC54B279}" destId="{C8191232-F6EF-4CCD-A438-63E02BCEB212}" srcOrd="3" destOrd="0" presId="urn:microsoft.com/office/officeart/2018/2/layout/IconVerticalSolidList"/>
    <dgm:cxn modelId="{9A0A7161-8C21-48F5-A49E-8ED752C71CAA}" type="presParOf" srcId="{0EC3F76B-0EF0-4E4D-81CB-B13B734CDA75}" destId="{C5E94CA7-B318-43F0-9E8F-9D1C1D57403C}" srcOrd="3" destOrd="0" presId="urn:microsoft.com/office/officeart/2018/2/layout/IconVerticalSolidList"/>
    <dgm:cxn modelId="{F7418A0C-99E3-4506-8B86-A14255BFE717}" type="presParOf" srcId="{0EC3F76B-0EF0-4E4D-81CB-B13B734CDA75}" destId="{381E7368-EE4B-48A0-A50C-EB114E0FAF7C}" srcOrd="4" destOrd="0" presId="urn:microsoft.com/office/officeart/2018/2/layout/IconVerticalSolidList"/>
    <dgm:cxn modelId="{84F42F90-DAC7-4861-BCE2-A67647DF4707}" type="presParOf" srcId="{381E7368-EE4B-48A0-A50C-EB114E0FAF7C}" destId="{ECFA81B3-D605-4341-9B97-1E86AB75B798}" srcOrd="0" destOrd="0" presId="urn:microsoft.com/office/officeart/2018/2/layout/IconVerticalSolidList"/>
    <dgm:cxn modelId="{6BC16AFD-BE43-4E8F-AD6E-2449D7D6C19B}" type="presParOf" srcId="{381E7368-EE4B-48A0-A50C-EB114E0FAF7C}" destId="{0D3FFCD4-5EA2-4583-805C-E444B42374AD}" srcOrd="1" destOrd="0" presId="urn:microsoft.com/office/officeart/2018/2/layout/IconVerticalSolidList"/>
    <dgm:cxn modelId="{070EBC96-D3CD-4204-AF6C-597EADDFDD6D}" type="presParOf" srcId="{381E7368-EE4B-48A0-A50C-EB114E0FAF7C}" destId="{B04441E6-AF5A-4203-A0AB-A8346B960795}" srcOrd="2" destOrd="0" presId="urn:microsoft.com/office/officeart/2018/2/layout/IconVerticalSolidList"/>
    <dgm:cxn modelId="{C4EE40D9-3A3A-4959-ABC2-EC8687B5AC4A}" type="presParOf" srcId="{381E7368-EE4B-48A0-A50C-EB114E0FAF7C}" destId="{2D7E75E1-6265-4940-B326-570F5C0831B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F11BF5A-38C3-4A51-875F-1F9FC5D19A8C}" type="doc">
      <dgm:prSet loTypeId="urn:microsoft.com/office/officeart/2005/8/layout/hierarchy1" loCatId="hierarchy" qsTypeId="urn:microsoft.com/office/officeart/2005/8/quickstyle/simple2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0827120-6395-4211-96F5-44F8C7A9A982}">
      <dgm:prSet/>
      <dgm:spPr/>
      <dgm:t>
        <a:bodyPr/>
        <a:lstStyle/>
        <a:p>
          <a:r>
            <a:rPr lang="en-US"/>
            <a:t>This wave-particle duality is a fundamental aspect of quantum mechanics, where particles exhibit both wave-like and particle-like behavior depending on the experimental setup</a:t>
          </a:r>
        </a:p>
      </dgm:t>
    </dgm:pt>
    <dgm:pt modelId="{A2EA68DC-8348-4D17-851B-46CC5811570A}" type="parTrans" cxnId="{9E884CC4-C067-4883-A9F7-B6FDDC5FE62F}">
      <dgm:prSet/>
      <dgm:spPr/>
      <dgm:t>
        <a:bodyPr/>
        <a:lstStyle/>
        <a:p>
          <a:endParaRPr lang="en-US"/>
        </a:p>
      </dgm:t>
    </dgm:pt>
    <dgm:pt modelId="{0DA96D0E-9C3E-430A-B783-065D9FF3F55F}" type="sibTrans" cxnId="{9E884CC4-C067-4883-A9F7-B6FDDC5FE62F}">
      <dgm:prSet/>
      <dgm:spPr/>
      <dgm:t>
        <a:bodyPr/>
        <a:lstStyle/>
        <a:p>
          <a:endParaRPr lang="en-US"/>
        </a:p>
      </dgm:t>
    </dgm:pt>
    <dgm:pt modelId="{22AD86B0-FD55-40D6-AAC2-370CFEE69A68}">
      <dgm:prSet/>
      <dgm:spPr/>
      <dgm:t>
        <a:bodyPr/>
        <a:lstStyle/>
        <a:p>
          <a:r>
            <a:rPr lang="en-US"/>
            <a:t>The Young's double-slit experiment beautifully demonstrates this duality and provides insight into the mysterious nature of quantum particles</a:t>
          </a:r>
        </a:p>
      </dgm:t>
    </dgm:pt>
    <dgm:pt modelId="{21C175D4-239A-47AD-BDB1-69FB21FEBA84}" type="parTrans" cxnId="{67A90BA5-8647-4F94-9C4A-6D99AF45A82C}">
      <dgm:prSet/>
      <dgm:spPr/>
      <dgm:t>
        <a:bodyPr/>
        <a:lstStyle/>
        <a:p>
          <a:endParaRPr lang="en-US"/>
        </a:p>
      </dgm:t>
    </dgm:pt>
    <dgm:pt modelId="{F2C01705-65FB-4FA5-B8E9-E874C7A050DA}" type="sibTrans" cxnId="{67A90BA5-8647-4F94-9C4A-6D99AF45A82C}">
      <dgm:prSet/>
      <dgm:spPr/>
      <dgm:t>
        <a:bodyPr/>
        <a:lstStyle/>
        <a:p>
          <a:endParaRPr lang="en-US"/>
        </a:p>
      </dgm:t>
    </dgm:pt>
    <dgm:pt modelId="{D20ED9E0-CCAB-4ABE-8AFB-6F64E459CE4F}">
      <dgm:prSet/>
      <dgm:spPr/>
      <dgm:t>
        <a:bodyPr/>
        <a:lstStyle/>
        <a:p>
          <a:r>
            <a:rPr lang="en-US"/>
            <a:t>Wave-particle duality is a fundamental concept in quantum mechanics that describes the dual nature of particles, such as electrons and photons</a:t>
          </a:r>
        </a:p>
      </dgm:t>
    </dgm:pt>
    <dgm:pt modelId="{A815A291-E440-4390-B2EB-D9E524AD4687}" type="parTrans" cxnId="{D788DCCB-FEC0-409C-B904-17B72C9B2701}">
      <dgm:prSet/>
      <dgm:spPr/>
      <dgm:t>
        <a:bodyPr/>
        <a:lstStyle/>
        <a:p>
          <a:endParaRPr lang="en-US"/>
        </a:p>
      </dgm:t>
    </dgm:pt>
    <dgm:pt modelId="{23D1487A-3767-4C29-AFE2-445A1F4404ED}" type="sibTrans" cxnId="{D788DCCB-FEC0-409C-B904-17B72C9B2701}">
      <dgm:prSet/>
      <dgm:spPr/>
      <dgm:t>
        <a:bodyPr/>
        <a:lstStyle/>
        <a:p>
          <a:endParaRPr lang="en-US"/>
        </a:p>
      </dgm:t>
    </dgm:pt>
    <dgm:pt modelId="{ADC020C0-6FD7-406F-ADAE-051B6EFA8E17}" type="pres">
      <dgm:prSet presAssocID="{7F11BF5A-38C3-4A51-875F-1F9FC5D19A8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ECD6AAF-9643-42F4-8F33-895E629CFA49}" type="pres">
      <dgm:prSet presAssocID="{10827120-6395-4211-96F5-44F8C7A9A982}" presName="hierRoot1" presStyleCnt="0"/>
      <dgm:spPr/>
    </dgm:pt>
    <dgm:pt modelId="{A772DD42-A6E0-4136-BE23-04BF1BEE34A2}" type="pres">
      <dgm:prSet presAssocID="{10827120-6395-4211-96F5-44F8C7A9A982}" presName="composite" presStyleCnt="0"/>
      <dgm:spPr/>
    </dgm:pt>
    <dgm:pt modelId="{EF16A2D5-FA05-49DC-AE41-8900B3681F4C}" type="pres">
      <dgm:prSet presAssocID="{10827120-6395-4211-96F5-44F8C7A9A982}" presName="background" presStyleLbl="node0" presStyleIdx="0" presStyleCnt="3"/>
      <dgm:spPr/>
    </dgm:pt>
    <dgm:pt modelId="{B886D0E1-6788-4FC7-B1C1-77401CB3DA29}" type="pres">
      <dgm:prSet presAssocID="{10827120-6395-4211-96F5-44F8C7A9A982}" presName="text" presStyleLbl="fgAcc0" presStyleIdx="0" presStyleCnt="3">
        <dgm:presLayoutVars>
          <dgm:chPref val="3"/>
        </dgm:presLayoutVars>
      </dgm:prSet>
      <dgm:spPr/>
    </dgm:pt>
    <dgm:pt modelId="{DA74AFC7-FF3C-402C-A17C-38A4A55F7DA3}" type="pres">
      <dgm:prSet presAssocID="{10827120-6395-4211-96F5-44F8C7A9A982}" presName="hierChild2" presStyleCnt="0"/>
      <dgm:spPr/>
    </dgm:pt>
    <dgm:pt modelId="{9A288CDB-68E9-4D74-BFB4-0F2330132AA3}" type="pres">
      <dgm:prSet presAssocID="{22AD86B0-FD55-40D6-AAC2-370CFEE69A68}" presName="hierRoot1" presStyleCnt="0"/>
      <dgm:spPr/>
    </dgm:pt>
    <dgm:pt modelId="{105C8805-71D6-47C0-9E6A-3AABC425B1F8}" type="pres">
      <dgm:prSet presAssocID="{22AD86B0-FD55-40D6-AAC2-370CFEE69A68}" presName="composite" presStyleCnt="0"/>
      <dgm:spPr/>
    </dgm:pt>
    <dgm:pt modelId="{BE0F25FC-54B0-442E-9C82-FE0EE450B335}" type="pres">
      <dgm:prSet presAssocID="{22AD86B0-FD55-40D6-AAC2-370CFEE69A68}" presName="background" presStyleLbl="node0" presStyleIdx="1" presStyleCnt="3"/>
      <dgm:spPr/>
    </dgm:pt>
    <dgm:pt modelId="{867335E5-F532-4C19-B05A-190E1C1C28DA}" type="pres">
      <dgm:prSet presAssocID="{22AD86B0-FD55-40D6-AAC2-370CFEE69A68}" presName="text" presStyleLbl="fgAcc0" presStyleIdx="1" presStyleCnt="3">
        <dgm:presLayoutVars>
          <dgm:chPref val="3"/>
        </dgm:presLayoutVars>
      </dgm:prSet>
      <dgm:spPr/>
    </dgm:pt>
    <dgm:pt modelId="{23386BA7-BA92-478E-A78C-E5518803197B}" type="pres">
      <dgm:prSet presAssocID="{22AD86B0-FD55-40D6-AAC2-370CFEE69A68}" presName="hierChild2" presStyleCnt="0"/>
      <dgm:spPr/>
    </dgm:pt>
    <dgm:pt modelId="{241B4193-B83B-4138-93EF-5CD1982B3F2D}" type="pres">
      <dgm:prSet presAssocID="{D20ED9E0-CCAB-4ABE-8AFB-6F64E459CE4F}" presName="hierRoot1" presStyleCnt="0"/>
      <dgm:spPr/>
    </dgm:pt>
    <dgm:pt modelId="{B5AEFB36-0840-4FF9-AB8D-4927AA719132}" type="pres">
      <dgm:prSet presAssocID="{D20ED9E0-CCAB-4ABE-8AFB-6F64E459CE4F}" presName="composite" presStyleCnt="0"/>
      <dgm:spPr/>
    </dgm:pt>
    <dgm:pt modelId="{8F262782-5D16-4832-9D38-89E282D9EEF4}" type="pres">
      <dgm:prSet presAssocID="{D20ED9E0-CCAB-4ABE-8AFB-6F64E459CE4F}" presName="background" presStyleLbl="node0" presStyleIdx="2" presStyleCnt="3"/>
      <dgm:spPr/>
    </dgm:pt>
    <dgm:pt modelId="{6C910A53-EA2B-43E8-AE1B-1E8E895485DE}" type="pres">
      <dgm:prSet presAssocID="{D20ED9E0-CCAB-4ABE-8AFB-6F64E459CE4F}" presName="text" presStyleLbl="fgAcc0" presStyleIdx="2" presStyleCnt="3">
        <dgm:presLayoutVars>
          <dgm:chPref val="3"/>
        </dgm:presLayoutVars>
      </dgm:prSet>
      <dgm:spPr/>
    </dgm:pt>
    <dgm:pt modelId="{FF3197F6-9B1C-452D-AB57-CA58F8ED2861}" type="pres">
      <dgm:prSet presAssocID="{D20ED9E0-CCAB-4ABE-8AFB-6F64E459CE4F}" presName="hierChild2" presStyleCnt="0"/>
      <dgm:spPr/>
    </dgm:pt>
  </dgm:ptLst>
  <dgm:cxnLst>
    <dgm:cxn modelId="{310BB92E-554A-4412-BBC4-CF0760B16AAF}" type="presOf" srcId="{7F11BF5A-38C3-4A51-875F-1F9FC5D19A8C}" destId="{ADC020C0-6FD7-406F-ADAE-051B6EFA8E17}" srcOrd="0" destOrd="0" presId="urn:microsoft.com/office/officeart/2005/8/layout/hierarchy1"/>
    <dgm:cxn modelId="{467D007D-ED40-416A-8178-9D07D88307A4}" type="presOf" srcId="{D20ED9E0-CCAB-4ABE-8AFB-6F64E459CE4F}" destId="{6C910A53-EA2B-43E8-AE1B-1E8E895485DE}" srcOrd="0" destOrd="0" presId="urn:microsoft.com/office/officeart/2005/8/layout/hierarchy1"/>
    <dgm:cxn modelId="{8302F58C-0E03-443E-A8E9-58A2974622AD}" type="presOf" srcId="{22AD86B0-FD55-40D6-AAC2-370CFEE69A68}" destId="{867335E5-F532-4C19-B05A-190E1C1C28DA}" srcOrd="0" destOrd="0" presId="urn:microsoft.com/office/officeart/2005/8/layout/hierarchy1"/>
    <dgm:cxn modelId="{273F2191-626E-43A3-A416-1BE51F0A0ADE}" type="presOf" srcId="{10827120-6395-4211-96F5-44F8C7A9A982}" destId="{B886D0E1-6788-4FC7-B1C1-77401CB3DA29}" srcOrd="0" destOrd="0" presId="urn:microsoft.com/office/officeart/2005/8/layout/hierarchy1"/>
    <dgm:cxn modelId="{67A90BA5-8647-4F94-9C4A-6D99AF45A82C}" srcId="{7F11BF5A-38C3-4A51-875F-1F9FC5D19A8C}" destId="{22AD86B0-FD55-40D6-AAC2-370CFEE69A68}" srcOrd="1" destOrd="0" parTransId="{21C175D4-239A-47AD-BDB1-69FB21FEBA84}" sibTransId="{F2C01705-65FB-4FA5-B8E9-E874C7A050DA}"/>
    <dgm:cxn modelId="{9E884CC4-C067-4883-A9F7-B6FDDC5FE62F}" srcId="{7F11BF5A-38C3-4A51-875F-1F9FC5D19A8C}" destId="{10827120-6395-4211-96F5-44F8C7A9A982}" srcOrd="0" destOrd="0" parTransId="{A2EA68DC-8348-4D17-851B-46CC5811570A}" sibTransId="{0DA96D0E-9C3E-430A-B783-065D9FF3F55F}"/>
    <dgm:cxn modelId="{D788DCCB-FEC0-409C-B904-17B72C9B2701}" srcId="{7F11BF5A-38C3-4A51-875F-1F9FC5D19A8C}" destId="{D20ED9E0-CCAB-4ABE-8AFB-6F64E459CE4F}" srcOrd="2" destOrd="0" parTransId="{A815A291-E440-4390-B2EB-D9E524AD4687}" sibTransId="{23D1487A-3767-4C29-AFE2-445A1F4404ED}"/>
    <dgm:cxn modelId="{778989DD-3A06-4E21-BFEF-B6B379F9975D}" type="presParOf" srcId="{ADC020C0-6FD7-406F-ADAE-051B6EFA8E17}" destId="{BECD6AAF-9643-42F4-8F33-895E629CFA49}" srcOrd="0" destOrd="0" presId="urn:microsoft.com/office/officeart/2005/8/layout/hierarchy1"/>
    <dgm:cxn modelId="{CA11C12B-8CA1-42A5-BBAC-45C23D68CFFE}" type="presParOf" srcId="{BECD6AAF-9643-42F4-8F33-895E629CFA49}" destId="{A772DD42-A6E0-4136-BE23-04BF1BEE34A2}" srcOrd="0" destOrd="0" presId="urn:microsoft.com/office/officeart/2005/8/layout/hierarchy1"/>
    <dgm:cxn modelId="{5948C811-D0BA-43AC-B10A-EFB69CA069C0}" type="presParOf" srcId="{A772DD42-A6E0-4136-BE23-04BF1BEE34A2}" destId="{EF16A2D5-FA05-49DC-AE41-8900B3681F4C}" srcOrd="0" destOrd="0" presId="urn:microsoft.com/office/officeart/2005/8/layout/hierarchy1"/>
    <dgm:cxn modelId="{BBA3F06F-B500-413F-B178-04D0CACC1906}" type="presParOf" srcId="{A772DD42-A6E0-4136-BE23-04BF1BEE34A2}" destId="{B886D0E1-6788-4FC7-B1C1-77401CB3DA29}" srcOrd="1" destOrd="0" presId="urn:microsoft.com/office/officeart/2005/8/layout/hierarchy1"/>
    <dgm:cxn modelId="{445228F2-2D54-4DCE-B736-8FD6EE0303CB}" type="presParOf" srcId="{BECD6AAF-9643-42F4-8F33-895E629CFA49}" destId="{DA74AFC7-FF3C-402C-A17C-38A4A55F7DA3}" srcOrd="1" destOrd="0" presId="urn:microsoft.com/office/officeart/2005/8/layout/hierarchy1"/>
    <dgm:cxn modelId="{5583A368-A21D-4A28-907F-2D70CCAC04A3}" type="presParOf" srcId="{ADC020C0-6FD7-406F-ADAE-051B6EFA8E17}" destId="{9A288CDB-68E9-4D74-BFB4-0F2330132AA3}" srcOrd="1" destOrd="0" presId="urn:microsoft.com/office/officeart/2005/8/layout/hierarchy1"/>
    <dgm:cxn modelId="{0F61FF65-91D7-465B-B80C-C09E6E27B50C}" type="presParOf" srcId="{9A288CDB-68E9-4D74-BFB4-0F2330132AA3}" destId="{105C8805-71D6-47C0-9E6A-3AABC425B1F8}" srcOrd="0" destOrd="0" presId="urn:microsoft.com/office/officeart/2005/8/layout/hierarchy1"/>
    <dgm:cxn modelId="{E7FBC2A6-7C24-4941-8714-3FDF8380E155}" type="presParOf" srcId="{105C8805-71D6-47C0-9E6A-3AABC425B1F8}" destId="{BE0F25FC-54B0-442E-9C82-FE0EE450B335}" srcOrd="0" destOrd="0" presId="urn:microsoft.com/office/officeart/2005/8/layout/hierarchy1"/>
    <dgm:cxn modelId="{C85CCC3D-DA7E-4143-9902-0817D2FAB89A}" type="presParOf" srcId="{105C8805-71D6-47C0-9E6A-3AABC425B1F8}" destId="{867335E5-F532-4C19-B05A-190E1C1C28DA}" srcOrd="1" destOrd="0" presId="urn:microsoft.com/office/officeart/2005/8/layout/hierarchy1"/>
    <dgm:cxn modelId="{ED590F57-4CD2-4947-B2F5-04F0BC50FDE0}" type="presParOf" srcId="{9A288CDB-68E9-4D74-BFB4-0F2330132AA3}" destId="{23386BA7-BA92-478E-A78C-E5518803197B}" srcOrd="1" destOrd="0" presId="urn:microsoft.com/office/officeart/2005/8/layout/hierarchy1"/>
    <dgm:cxn modelId="{ED65492C-3546-4943-84BF-8DB4958DAE40}" type="presParOf" srcId="{ADC020C0-6FD7-406F-ADAE-051B6EFA8E17}" destId="{241B4193-B83B-4138-93EF-5CD1982B3F2D}" srcOrd="2" destOrd="0" presId="urn:microsoft.com/office/officeart/2005/8/layout/hierarchy1"/>
    <dgm:cxn modelId="{BA071DB2-9D56-4C04-8510-353042016CC6}" type="presParOf" srcId="{241B4193-B83B-4138-93EF-5CD1982B3F2D}" destId="{B5AEFB36-0840-4FF9-AB8D-4927AA719132}" srcOrd="0" destOrd="0" presId="urn:microsoft.com/office/officeart/2005/8/layout/hierarchy1"/>
    <dgm:cxn modelId="{30FA0C00-97D9-4D2A-A2C4-027EEEDBA8B6}" type="presParOf" srcId="{B5AEFB36-0840-4FF9-AB8D-4927AA719132}" destId="{8F262782-5D16-4832-9D38-89E282D9EEF4}" srcOrd="0" destOrd="0" presId="urn:microsoft.com/office/officeart/2005/8/layout/hierarchy1"/>
    <dgm:cxn modelId="{3005FE47-B0E7-4DC9-986E-39F61E6CD0C1}" type="presParOf" srcId="{B5AEFB36-0840-4FF9-AB8D-4927AA719132}" destId="{6C910A53-EA2B-43E8-AE1B-1E8E895485DE}" srcOrd="1" destOrd="0" presId="urn:microsoft.com/office/officeart/2005/8/layout/hierarchy1"/>
    <dgm:cxn modelId="{07487140-60FD-40C9-AFFD-D837FFE76DBE}" type="presParOf" srcId="{241B4193-B83B-4138-93EF-5CD1982B3F2D}" destId="{FF3197F6-9B1C-452D-AB57-CA58F8ED286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40BDE8CA-FE69-469F-89EA-6EEC270128B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F6043D9C-0601-484A-AECA-F36A40CC828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Imagine you have a screen with two small slits close to each other</a:t>
          </a:r>
        </a:p>
      </dgm:t>
    </dgm:pt>
    <dgm:pt modelId="{1AABA636-67D0-479A-B693-ABDD74C4D503}" type="parTrans" cxnId="{5135ACD0-3926-4733-A049-12E29051FC78}">
      <dgm:prSet/>
      <dgm:spPr/>
      <dgm:t>
        <a:bodyPr/>
        <a:lstStyle/>
        <a:p>
          <a:endParaRPr lang="en-US"/>
        </a:p>
      </dgm:t>
    </dgm:pt>
    <dgm:pt modelId="{ED447446-BF21-4C08-9D86-3716959AA7E5}" type="sibTrans" cxnId="{5135ACD0-3926-4733-A049-12E29051FC78}">
      <dgm:prSet/>
      <dgm:spPr/>
      <dgm:t>
        <a:bodyPr/>
        <a:lstStyle/>
        <a:p>
          <a:endParaRPr lang="en-US"/>
        </a:p>
      </dgm:t>
    </dgm:pt>
    <dgm:pt modelId="{2AB15F2B-3D00-4C1E-A989-39D619C9803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When light from the source passes through the slits, it creates two separate waves that propagate outward</a:t>
          </a:r>
        </a:p>
      </dgm:t>
    </dgm:pt>
    <dgm:pt modelId="{E6F7D853-B90F-4D54-874B-93FD9501080B}" type="parTrans" cxnId="{2EB905D3-0B78-4BBA-96B0-21110FA3ADCC}">
      <dgm:prSet/>
      <dgm:spPr/>
      <dgm:t>
        <a:bodyPr/>
        <a:lstStyle/>
        <a:p>
          <a:endParaRPr lang="en-US"/>
        </a:p>
      </dgm:t>
    </dgm:pt>
    <dgm:pt modelId="{9CC58E34-A449-43D5-B7A6-EC9B2D4B206C}" type="sibTrans" cxnId="{2EB905D3-0B78-4BBA-96B0-21110FA3ADCC}">
      <dgm:prSet/>
      <dgm:spPr/>
      <dgm:t>
        <a:bodyPr/>
        <a:lstStyle/>
        <a:p>
          <a:endParaRPr lang="en-US"/>
        </a:p>
      </dgm:t>
    </dgm:pt>
    <dgm:pt modelId="{E77C8C8C-1EAE-4CC2-9362-43D4D720693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This interference pattern arises because the waves from the two slits interfere with each other, creating regions of constructive and destructive interference</a:t>
          </a:r>
        </a:p>
      </dgm:t>
    </dgm:pt>
    <dgm:pt modelId="{CDF1235B-556D-4D42-A8D3-7FCABA0DDFD8}" type="parTrans" cxnId="{1EFC2FDB-1A5E-4C06-9F9A-C132CD5D2CAF}">
      <dgm:prSet/>
      <dgm:spPr/>
      <dgm:t>
        <a:bodyPr/>
        <a:lstStyle/>
        <a:p>
          <a:endParaRPr lang="en-US"/>
        </a:p>
      </dgm:t>
    </dgm:pt>
    <dgm:pt modelId="{DDCB76C3-4887-4751-93C8-1B627EB568C1}" type="sibTrans" cxnId="{1EFC2FDB-1A5E-4C06-9F9A-C132CD5D2CAF}">
      <dgm:prSet/>
      <dgm:spPr/>
      <dgm:t>
        <a:bodyPr/>
        <a:lstStyle/>
        <a:p>
          <a:endParaRPr lang="en-US"/>
        </a:p>
      </dgm:t>
    </dgm:pt>
    <dgm:pt modelId="{51E6C119-25A4-481C-82FD-C05D4EC747C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 the double-slit experiment, even when we reduce the intensity of the light source so much that only one photon passes through the apparatus at a time, the interference pattern still emerges over time as individual photons hit the screen</a:t>
          </a:r>
        </a:p>
      </dgm:t>
    </dgm:pt>
    <dgm:pt modelId="{F8F7B4B8-DA39-4561-BEB6-B3016CF8440A}" type="parTrans" cxnId="{35AB3A5E-2E29-446D-8788-94C1503048C9}">
      <dgm:prSet/>
      <dgm:spPr/>
      <dgm:t>
        <a:bodyPr/>
        <a:lstStyle/>
        <a:p>
          <a:endParaRPr lang="en-US"/>
        </a:p>
      </dgm:t>
    </dgm:pt>
    <dgm:pt modelId="{5F4442EE-EF79-42B5-9E87-E6E15E959562}" type="sibTrans" cxnId="{35AB3A5E-2E29-446D-8788-94C1503048C9}">
      <dgm:prSet/>
      <dgm:spPr/>
      <dgm:t>
        <a:bodyPr/>
        <a:lstStyle/>
        <a:p>
          <a:endParaRPr lang="en-US"/>
        </a:p>
      </dgm:t>
    </dgm:pt>
    <dgm:pt modelId="{B5A5D050-8CE0-4355-80E2-D1191D39A023}" type="pres">
      <dgm:prSet presAssocID="{40BDE8CA-FE69-469F-89EA-6EEC270128BC}" presName="root" presStyleCnt="0">
        <dgm:presLayoutVars>
          <dgm:dir/>
          <dgm:resizeHandles val="exact"/>
        </dgm:presLayoutVars>
      </dgm:prSet>
      <dgm:spPr/>
    </dgm:pt>
    <dgm:pt modelId="{3B9A048E-62F5-4908-9918-982E894918A9}" type="pres">
      <dgm:prSet presAssocID="{F6043D9C-0601-484A-AECA-F36A40CC8285}" presName="compNode" presStyleCnt="0"/>
      <dgm:spPr/>
    </dgm:pt>
    <dgm:pt modelId="{FC3DE9D9-E5FE-4261-9D14-F8EED477770D}" type="pres">
      <dgm:prSet presAssocID="{F6043D9C-0601-484A-AECA-F36A40CC8285}" presName="bgRect" presStyleLbl="bgShp" presStyleIdx="0" presStyleCnt="4"/>
      <dgm:spPr/>
    </dgm:pt>
    <dgm:pt modelId="{D599DB31-7BC2-4BC1-A52B-75E5FDAB23DB}" type="pres">
      <dgm:prSet presAssocID="{F6043D9C-0601-484A-AECA-F36A40CC828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uchScreen"/>
        </a:ext>
      </dgm:extLst>
    </dgm:pt>
    <dgm:pt modelId="{BF936087-C466-43B0-8F30-FBAEF122E28A}" type="pres">
      <dgm:prSet presAssocID="{F6043D9C-0601-484A-AECA-F36A40CC8285}" presName="spaceRect" presStyleCnt="0"/>
      <dgm:spPr/>
    </dgm:pt>
    <dgm:pt modelId="{EA9004D3-3015-4F0D-9234-73EA677F6245}" type="pres">
      <dgm:prSet presAssocID="{F6043D9C-0601-484A-AECA-F36A40CC8285}" presName="parTx" presStyleLbl="revTx" presStyleIdx="0" presStyleCnt="4">
        <dgm:presLayoutVars>
          <dgm:chMax val="0"/>
          <dgm:chPref val="0"/>
        </dgm:presLayoutVars>
      </dgm:prSet>
      <dgm:spPr/>
    </dgm:pt>
    <dgm:pt modelId="{492697B9-ED46-4436-80B7-6F9796560659}" type="pres">
      <dgm:prSet presAssocID="{ED447446-BF21-4C08-9D86-3716959AA7E5}" presName="sibTrans" presStyleCnt="0"/>
      <dgm:spPr/>
    </dgm:pt>
    <dgm:pt modelId="{4C6F6F5C-FEB3-4144-91E4-2A848F6C14D6}" type="pres">
      <dgm:prSet presAssocID="{2AB15F2B-3D00-4C1E-A989-39D619C98035}" presName="compNode" presStyleCnt="0"/>
      <dgm:spPr/>
    </dgm:pt>
    <dgm:pt modelId="{A8985136-C218-4889-8708-FB4133375BD6}" type="pres">
      <dgm:prSet presAssocID="{2AB15F2B-3D00-4C1E-A989-39D619C98035}" presName="bgRect" presStyleLbl="bgShp" presStyleIdx="1" presStyleCnt="4"/>
      <dgm:spPr/>
    </dgm:pt>
    <dgm:pt modelId="{6A9C14EF-C9C7-439C-A3DA-06D66B573C75}" type="pres">
      <dgm:prSet presAssocID="{2AB15F2B-3D00-4C1E-A989-39D619C9803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ve"/>
        </a:ext>
      </dgm:extLst>
    </dgm:pt>
    <dgm:pt modelId="{D00084DD-298B-43B1-A034-D9E472235C71}" type="pres">
      <dgm:prSet presAssocID="{2AB15F2B-3D00-4C1E-A989-39D619C98035}" presName="spaceRect" presStyleCnt="0"/>
      <dgm:spPr/>
    </dgm:pt>
    <dgm:pt modelId="{052B3148-8D58-4E1C-A37A-C8520E7DD7D8}" type="pres">
      <dgm:prSet presAssocID="{2AB15F2B-3D00-4C1E-A989-39D619C98035}" presName="parTx" presStyleLbl="revTx" presStyleIdx="1" presStyleCnt="4">
        <dgm:presLayoutVars>
          <dgm:chMax val="0"/>
          <dgm:chPref val="0"/>
        </dgm:presLayoutVars>
      </dgm:prSet>
      <dgm:spPr/>
    </dgm:pt>
    <dgm:pt modelId="{E2B85396-7A8B-46B6-9D7E-677CB1921059}" type="pres">
      <dgm:prSet presAssocID="{9CC58E34-A449-43D5-B7A6-EC9B2D4B206C}" presName="sibTrans" presStyleCnt="0"/>
      <dgm:spPr/>
    </dgm:pt>
    <dgm:pt modelId="{4F8838C7-605C-4587-B0B4-221C305D0B76}" type="pres">
      <dgm:prSet presAssocID="{E77C8C8C-1EAE-4CC2-9362-43D4D720693F}" presName="compNode" presStyleCnt="0"/>
      <dgm:spPr/>
    </dgm:pt>
    <dgm:pt modelId="{B65292CD-A1E1-441B-8BA9-2063C36BD072}" type="pres">
      <dgm:prSet presAssocID="{E77C8C8C-1EAE-4CC2-9362-43D4D720693F}" presName="bgRect" presStyleLbl="bgShp" presStyleIdx="2" presStyleCnt="4"/>
      <dgm:spPr/>
    </dgm:pt>
    <dgm:pt modelId="{55C9096B-9993-4C7C-A362-34075DAEDF1F}" type="pres">
      <dgm:prSet presAssocID="{E77C8C8C-1EAE-4CC2-9362-43D4D720693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peed Bump"/>
        </a:ext>
      </dgm:extLst>
    </dgm:pt>
    <dgm:pt modelId="{39B4E0C8-E6BD-4C93-A72B-64B66CBE5EFF}" type="pres">
      <dgm:prSet presAssocID="{E77C8C8C-1EAE-4CC2-9362-43D4D720693F}" presName="spaceRect" presStyleCnt="0"/>
      <dgm:spPr/>
    </dgm:pt>
    <dgm:pt modelId="{FE015A8A-00C5-4BFA-9669-E3B5313CE437}" type="pres">
      <dgm:prSet presAssocID="{E77C8C8C-1EAE-4CC2-9362-43D4D720693F}" presName="parTx" presStyleLbl="revTx" presStyleIdx="2" presStyleCnt="4">
        <dgm:presLayoutVars>
          <dgm:chMax val="0"/>
          <dgm:chPref val="0"/>
        </dgm:presLayoutVars>
      </dgm:prSet>
      <dgm:spPr/>
    </dgm:pt>
    <dgm:pt modelId="{08710407-B9C9-4779-BD5D-8F92FDB7E96E}" type="pres">
      <dgm:prSet presAssocID="{DDCB76C3-4887-4751-93C8-1B627EB568C1}" presName="sibTrans" presStyleCnt="0"/>
      <dgm:spPr/>
    </dgm:pt>
    <dgm:pt modelId="{AA1ADFB5-B4AB-4D4A-A129-32EEBD7E62E0}" type="pres">
      <dgm:prSet presAssocID="{51E6C119-25A4-481C-82FD-C05D4EC747CC}" presName="compNode" presStyleCnt="0"/>
      <dgm:spPr/>
    </dgm:pt>
    <dgm:pt modelId="{B8993B0E-DF25-4E20-B367-F6F1362F467A}" type="pres">
      <dgm:prSet presAssocID="{51E6C119-25A4-481C-82FD-C05D4EC747CC}" presName="bgRect" presStyleLbl="bgShp" presStyleIdx="3" presStyleCnt="4"/>
      <dgm:spPr/>
    </dgm:pt>
    <dgm:pt modelId="{B5D02BE8-7FC7-4D9E-A3F5-FCE99033CFBE}" type="pres">
      <dgm:prSet presAssocID="{51E6C119-25A4-481C-82FD-C05D4EC747C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tom"/>
        </a:ext>
      </dgm:extLst>
    </dgm:pt>
    <dgm:pt modelId="{6E75D205-B42E-42C6-8500-A0A639DF749C}" type="pres">
      <dgm:prSet presAssocID="{51E6C119-25A4-481C-82FD-C05D4EC747CC}" presName="spaceRect" presStyleCnt="0"/>
      <dgm:spPr/>
    </dgm:pt>
    <dgm:pt modelId="{2D67EB85-B377-40B1-850D-89E9786B190A}" type="pres">
      <dgm:prSet presAssocID="{51E6C119-25A4-481C-82FD-C05D4EC747CC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35AB3A5E-2E29-446D-8788-94C1503048C9}" srcId="{40BDE8CA-FE69-469F-89EA-6EEC270128BC}" destId="{51E6C119-25A4-481C-82FD-C05D4EC747CC}" srcOrd="3" destOrd="0" parTransId="{F8F7B4B8-DA39-4561-BEB6-B3016CF8440A}" sibTransId="{5F4442EE-EF79-42B5-9E87-E6E15E959562}"/>
    <dgm:cxn modelId="{12E7D565-9C3E-4305-AF0E-40379FDDD87C}" type="presOf" srcId="{E77C8C8C-1EAE-4CC2-9362-43D4D720693F}" destId="{FE015A8A-00C5-4BFA-9669-E3B5313CE437}" srcOrd="0" destOrd="0" presId="urn:microsoft.com/office/officeart/2018/2/layout/IconVerticalSolidList"/>
    <dgm:cxn modelId="{1181996B-0DBD-4829-8385-2FBFFE0E9440}" type="presOf" srcId="{40BDE8CA-FE69-469F-89EA-6EEC270128BC}" destId="{B5A5D050-8CE0-4355-80E2-D1191D39A023}" srcOrd="0" destOrd="0" presId="urn:microsoft.com/office/officeart/2018/2/layout/IconVerticalSolidList"/>
    <dgm:cxn modelId="{4816D6A8-C472-4808-8F45-3DEADD79795B}" type="presOf" srcId="{F6043D9C-0601-484A-AECA-F36A40CC8285}" destId="{EA9004D3-3015-4F0D-9234-73EA677F6245}" srcOrd="0" destOrd="0" presId="urn:microsoft.com/office/officeart/2018/2/layout/IconVerticalSolidList"/>
    <dgm:cxn modelId="{B56476AB-FE41-499A-B4BF-D5FD9DA010FC}" type="presOf" srcId="{51E6C119-25A4-481C-82FD-C05D4EC747CC}" destId="{2D67EB85-B377-40B1-850D-89E9786B190A}" srcOrd="0" destOrd="0" presId="urn:microsoft.com/office/officeart/2018/2/layout/IconVerticalSolidList"/>
    <dgm:cxn modelId="{5135ACD0-3926-4733-A049-12E29051FC78}" srcId="{40BDE8CA-FE69-469F-89EA-6EEC270128BC}" destId="{F6043D9C-0601-484A-AECA-F36A40CC8285}" srcOrd="0" destOrd="0" parTransId="{1AABA636-67D0-479A-B693-ABDD74C4D503}" sibTransId="{ED447446-BF21-4C08-9D86-3716959AA7E5}"/>
    <dgm:cxn modelId="{2EB905D3-0B78-4BBA-96B0-21110FA3ADCC}" srcId="{40BDE8CA-FE69-469F-89EA-6EEC270128BC}" destId="{2AB15F2B-3D00-4C1E-A989-39D619C98035}" srcOrd="1" destOrd="0" parTransId="{E6F7D853-B90F-4D54-874B-93FD9501080B}" sibTransId="{9CC58E34-A449-43D5-B7A6-EC9B2D4B206C}"/>
    <dgm:cxn modelId="{1EFC2FDB-1A5E-4C06-9F9A-C132CD5D2CAF}" srcId="{40BDE8CA-FE69-469F-89EA-6EEC270128BC}" destId="{E77C8C8C-1EAE-4CC2-9362-43D4D720693F}" srcOrd="2" destOrd="0" parTransId="{CDF1235B-556D-4D42-A8D3-7FCABA0DDFD8}" sibTransId="{DDCB76C3-4887-4751-93C8-1B627EB568C1}"/>
    <dgm:cxn modelId="{EADBAFE2-02F0-42FF-90C6-0F756532B7CF}" type="presOf" srcId="{2AB15F2B-3D00-4C1E-A989-39D619C98035}" destId="{052B3148-8D58-4E1C-A37A-C8520E7DD7D8}" srcOrd="0" destOrd="0" presId="urn:microsoft.com/office/officeart/2018/2/layout/IconVerticalSolidList"/>
    <dgm:cxn modelId="{54991B8B-0FF8-4AD0-8475-8419BE290AC7}" type="presParOf" srcId="{B5A5D050-8CE0-4355-80E2-D1191D39A023}" destId="{3B9A048E-62F5-4908-9918-982E894918A9}" srcOrd="0" destOrd="0" presId="urn:microsoft.com/office/officeart/2018/2/layout/IconVerticalSolidList"/>
    <dgm:cxn modelId="{1E212C6E-C3F4-4A10-B988-098AAD4CCAD9}" type="presParOf" srcId="{3B9A048E-62F5-4908-9918-982E894918A9}" destId="{FC3DE9D9-E5FE-4261-9D14-F8EED477770D}" srcOrd="0" destOrd="0" presId="urn:microsoft.com/office/officeart/2018/2/layout/IconVerticalSolidList"/>
    <dgm:cxn modelId="{4675ADE2-A023-4107-93CA-66410F3CFEFF}" type="presParOf" srcId="{3B9A048E-62F5-4908-9918-982E894918A9}" destId="{D599DB31-7BC2-4BC1-A52B-75E5FDAB23DB}" srcOrd="1" destOrd="0" presId="urn:microsoft.com/office/officeart/2018/2/layout/IconVerticalSolidList"/>
    <dgm:cxn modelId="{564BBAE3-774C-4164-9904-20B2FFB46267}" type="presParOf" srcId="{3B9A048E-62F5-4908-9918-982E894918A9}" destId="{BF936087-C466-43B0-8F30-FBAEF122E28A}" srcOrd="2" destOrd="0" presId="urn:microsoft.com/office/officeart/2018/2/layout/IconVerticalSolidList"/>
    <dgm:cxn modelId="{D2EA93D6-1EE6-41D5-9726-C729EF8E44F4}" type="presParOf" srcId="{3B9A048E-62F5-4908-9918-982E894918A9}" destId="{EA9004D3-3015-4F0D-9234-73EA677F6245}" srcOrd="3" destOrd="0" presId="urn:microsoft.com/office/officeart/2018/2/layout/IconVerticalSolidList"/>
    <dgm:cxn modelId="{03322C26-190D-417D-9FD7-63A62FEE599F}" type="presParOf" srcId="{B5A5D050-8CE0-4355-80E2-D1191D39A023}" destId="{492697B9-ED46-4436-80B7-6F9796560659}" srcOrd="1" destOrd="0" presId="urn:microsoft.com/office/officeart/2018/2/layout/IconVerticalSolidList"/>
    <dgm:cxn modelId="{8CD8406B-22DA-4EFC-A94D-98D1EC35CC64}" type="presParOf" srcId="{B5A5D050-8CE0-4355-80E2-D1191D39A023}" destId="{4C6F6F5C-FEB3-4144-91E4-2A848F6C14D6}" srcOrd="2" destOrd="0" presId="urn:microsoft.com/office/officeart/2018/2/layout/IconVerticalSolidList"/>
    <dgm:cxn modelId="{EB1C2ACC-4277-4108-AEB1-EC2143F8D68F}" type="presParOf" srcId="{4C6F6F5C-FEB3-4144-91E4-2A848F6C14D6}" destId="{A8985136-C218-4889-8708-FB4133375BD6}" srcOrd="0" destOrd="0" presId="urn:microsoft.com/office/officeart/2018/2/layout/IconVerticalSolidList"/>
    <dgm:cxn modelId="{8EB969DE-DFAB-467D-ACDA-339B0296729C}" type="presParOf" srcId="{4C6F6F5C-FEB3-4144-91E4-2A848F6C14D6}" destId="{6A9C14EF-C9C7-439C-A3DA-06D66B573C75}" srcOrd="1" destOrd="0" presId="urn:microsoft.com/office/officeart/2018/2/layout/IconVerticalSolidList"/>
    <dgm:cxn modelId="{F117636F-6E92-4022-8F53-2D5F10539227}" type="presParOf" srcId="{4C6F6F5C-FEB3-4144-91E4-2A848F6C14D6}" destId="{D00084DD-298B-43B1-A034-D9E472235C71}" srcOrd="2" destOrd="0" presId="urn:microsoft.com/office/officeart/2018/2/layout/IconVerticalSolidList"/>
    <dgm:cxn modelId="{C7AEF5F6-BB88-4167-98A4-74DD20E9453C}" type="presParOf" srcId="{4C6F6F5C-FEB3-4144-91E4-2A848F6C14D6}" destId="{052B3148-8D58-4E1C-A37A-C8520E7DD7D8}" srcOrd="3" destOrd="0" presId="urn:microsoft.com/office/officeart/2018/2/layout/IconVerticalSolidList"/>
    <dgm:cxn modelId="{7349A196-E0D6-493C-8E8A-61AF9E07175A}" type="presParOf" srcId="{B5A5D050-8CE0-4355-80E2-D1191D39A023}" destId="{E2B85396-7A8B-46B6-9D7E-677CB1921059}" srcOrd="3" destOrd="0" presId="urn:microsoft.com/office/officeart/2018/2/layout/IconVerticalSolidList"/>
    <dgm:cxn modelId="{004332F5-AE63-4F34-AE53-0CB5DA7A2EAF}" type="presParOf" srcId="{B5A5D050-8CE0-4355-80E2-D1191D39A023}" destId="{4F8838C7-605C-4587-B0B4-221C305D0B76}" srcOrd="4" destOrd="0" presId="urn:microsoft.com/office/officeart/2018/2/layout/IconVerticalSolidList"/>
    <dgm:cxn modelId="{110F4318-3D80-49AA-A598-6064060877E5}" type="presParOf" srcId="{4F8838C7-605C-4587-B0B4-221C305D0B76}" destId="{B65292CD-A1E1-441B-8BA9-2063C36BD072}" srcOrd="0" destOrd="0" presId="urn:microsoft.com/office/officeart/2018/2/layout/IconVerticalSolidList"/>
    <dgm:cxn modelId="{23B345DD-FBE1-49EB-9079-C831FB0014A7}" type="presParOf" srcId="{4F8838C7-605C-4587-B0B4-221C305D0B76}" destId="{55C9096B-9993-4C7C-A362-34075DAEDF1F}" srcOrd="1" destOrd="0" presId="urn:microsoft.com/office/officeart/2018/2/layout/IconVerticalSolidList"/>
    <dgm:cxn modelId="{24557493-B134-405F-B626-6A44618FA9F8}" type="presParOf" srcId="{4F8838C7-605C-4587-B0B4-221C305D0B76}" destId="{39B4E0C8-E6BD-4C93-A72B-64B66CBE5EFF}" srcOrd="2" destOrd="0" presId="urn:microsoft.com/office/officeart/2018/2/layout/IconVerticalSolidList"/>
    <dgm:cxn modelId="{E295AC3F-8485-4E26-8871-B79268B80D1A}" type="presParOf" srcId="{4F8838C7-605C-4587-B0B4-221C305D0B76}" destId="{FE015A8A-00C5-4BFA-9669-E3B5313CE437}" srcOrd="3" destOrd="0" presId="urn:microsoft.com/office/officeart/2018/2/layout/IconVerticalSolidList"/>
    <dgm:cxn modelId="{455C7D31-DE97-42A8-AED5-A676FFDC0FCD}" type="presParOf" srcId="{B5A5D050-8CE0-4355-80E2-D1191D39A023}" destId="{08710407-B9C9-4779-BD5D-8F92FDB7E96E}" srcOrd="5" destOrd="0" presId="urn:microsoft.com/office/officeart/2018/2/layout/IconVerticalSolidList"/>
    <dgm:cxn modelId="{5C5F3F80-FB76-4A6B-BB2C-F8E3A77EEECE}" type="presParOf" srcId="{B5A5D050-8CE0-4355-80E2-D1191D39A023}" destId="{AA1ADFB5-B4AB-4D4A-A129-32EEBD7E62E0}" srcOrd="6" destOrd="0" presId="urn:microsoft.com/office/officeart/2018/2/layout/IconVerticalSolidList"/>
    <dgm:cxn modelId="{3C2F6227-A16E-49CA-B848-055B9FF83EE1}" type="presParOf" srcId="{AA1ADFB5-B4AB-4D4A-A129-32EEBD7E62E0}" destId="{B8993B0E-DF25-4E20-B367-F6F1362F467A}" srcOrd="0" destOrd="0" presId="urn:microsoft.com/office/officeart/2018/2/layout/IconVerticalSolidList"/>
    <dgm:cxn modelId="{9E034C2F-B50A-46C9-BC23-C0D9F2B3A9B7}" type="presParOf" srcId="{AA1ADFB5-B4AB-4D4A-A129-32EEBD7E62E0}" destId="{B5D02BE8-7FC7-4D9E-A3F5-FCE99033CFBE}" srcOrd="1" destOrd="0" presId="urn:microsoft.com/office/officeart/2018/2/layout/IconVerticalSolidList"/>
    <dgm:cxn modelId="{88FF8F6A-3A12-4B1F-A793-42A26A5E48E9}" type="presParOf" srcId="{AA1ADFB5-B4AB-4D4A-A129-32EEBD7E62E0}" destId="{6E75D205-B42E-42C6-8500-A0A639DF749C}" srcOrd="2" destOrd="0" presId="urn:microsoft.com/office/officeart/2018/2/layout/IconVerticalSolidList"/>
    <dgm:cxn modelId="{2F24FF85-6347-4816-9AA3-C6FA3D871D40}" type="presParOf" srcId="{AA1ADFB5-B4AB-4D4A-A129-32EEBD7E62E0}" destId="{2D67EB85-B377-40B1-850D-89E9786B190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4CB818-9501-462C-BA8A-BB0BFB4783EE}">
      <dsp:nvSpPr>
        <dsp:cNvPr id="0" name=""/>
        <dsp:cNvSpPr/>
      </dsp:nvSpPr>
      <dsp:spPr>
        <a:xfrm>
          <a:off x="0" y="4722"/>
          <a:ext cx="5906181" cy="103455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02C4C2-0D8E-4FB3-9594-0141E4D8C7E1}">
      <dsp:nvSpPr>
        <dsp:cNvPr id="0" name=""/>
        <dsp:cNvSpPr/>
      </dsp:nvSpPr>
      <dsp:spPr>
        <a:xfrm>
          <a:off x="312953" y="237497"/>
          <a:ext cx="569561" cy="569005"/>
        </a:xfrm>
        <a:prstGeom prst="rect">
          <a:avLst/>
        </a:prstGeom>
        <a:solidFill>
          <a:schemeClr val="bg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8EE97F-2DFE-4962-ADF5-D91ABF30EF13}">
      <dsp:nvSpPr>
        <dsp:cNvPr id="0" name=""/>
        <dsp:cNvSpPr/>
      </dsp:nvSpPr>
      <dsp:spPr>
        <a:xfrm>
          <a:off x="1195467" y="4722"/>
          <a:ext cx="4674503" cy="10992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334" tIns="116334" rIns="116334" bIns="11633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Garamond" panose="02020404030301010803"/>
            </a:rPr>
            <a:t>Determinism:</a:t>
          </a:r>
          <a:r>
            <a:rPr lang="en-US" sz="1400" b="0" kern="1200" dirty="0">
              <a:latin typeface="Garamond" panose="02020404030301010803"/>
            </a:rPr>
            <a:t> Conventional physics, based on classical mechanics and electromagnetism, operates on deterministic principles</a:t>
          </a:r>
          <a:endParaRPr lang="en-US" sz="1400" kern="1200" dirty="0"/>
        </a:p>
      </dsp:txBody>
      <dsp:txXfrm>
        <a:off x="1195467" y="4722"/>
        <a:ext cx="4674503" cy="1099215"/>
      </dsp:txXfrm>
    </dsp:sp>
    <dsp:sp modelId="{18AD4A09-926F-472B-8E50-BF71AD2C75D5}">
      <dsp:nvSpPr>
        <dsp:cNvPr id="0" name=""/>
        <dsp:cNvSpPr/>
      </dsp:nvSpPr>
      <dsp:spPr>
        <a:xfrm>
          <a:off x="0" y="1378741"/>
          <a:ext cx="5906181" cy="103455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FEA8A6-71AA-4EC8-BFB2-A1371C6E973A}">
      <dsp:nvSpPr>
        <dsp:cNvPr id="0" name=""/>
        <dsp:cNvSpPr/>
      </dsp:nvSpPr>
      <dsp:spPr>
        <a:xfrm>
          <a:off x="312953" y="1611516"/>
          <a:ext cx="569561" cy="56900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F18CAD-31C8-4015-9B5A-EE2C5DC5020A}">
      <dsp:nvSpPr>
        <dsp:cNvPr id="0" name=""/>
        <dsp:cNvSpPr/>
      </dsp:nvSpPr>
      <dsp:spPr>
        <a:xfrm>
          <a:off x="1195467" y="1378741"/>
          <a:ext cx="4674503" cy="10992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334" tIns="116334" rIns="116334" bIns="11633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Continuous Variables:</a:t>
          </a:r>
          <a:r>
            <a:rPr lang="en-US" sz="1400" kern="1200" dirty="0"/>
            <a:t> Conventional physics deals with continuous variables, where properties like position, velocity, and energy can take on any value within a given range</a:t>
          </a:r>
        </a:p>
      </dsp:txBody>
      <dsp:txXfrm>
        <a:off x="1195467" y="1378741"/>
        <a:ext cx="4674503" cy="1099215"/>
      </dsp:txXfrm>
    </dsp:sp>
    <dsp:sp modelId="{8DB17371-11D3-463F-9FA7-FAFE7DB0BDB8}">
      <dsp:nvSpPr>
        <dsp:cNvPr id="0" name=""/>
        <dsp:cNvSpPr/>
      </dsp:nvSpPr>
      <dsp:spPr>
        <a:xfrm>
          <a:off x="0" y="2752760"/>
          <a:ext cx="5906181" cy="103455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2C1230-4474-4F78-BAB7-45528DBA98D2}">
      <dsp:nvSpPr>
        <dsp:cNvPr id="0" name=""/>
        <dsp:cNvSpPr/>
      </dsp:nvSpPr>
      <dsp:spPr>
        <a:xfrm>
          <a:off x="312953" y="2985535"/>
          <a:ext cx="569561" cy="56900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9080D1-0D79-4030-9D1F-5DDC26898D81}">
      <dsp:nvSpPr>
        <dsp:cNvPr id="0" name=""/>
        <dsp:cNvSpPr/>
      </dsp:nvSpPr>
      <dsp:spPr>
        <a:xfrm>
          <a:off x="1195467" y="2752760"/>
          <a:ext cx="4674503" cy="10992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334" tIns="116334" rIns="116334" bIns="11633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No Superposition:</a:t>
          </a:r>
          <a:r>
            <a:rPr lang="en-US" sz="1400" kern="1200" dirty="0"/>
            <a:t> Classical objects have definite properties; they cannot exist in multiple states simultaneously</a:t>
          </a:r>
        </a:p>
      </dsp:txBody>
      <dsp:txXfrm>
        <a:off x="1195467" y="2752760"/>
        <a:ext cx="4674503" cy="1099215"/>
      </dsp:txXfrm>
    </dsp:sp>
    <dsp:sp modelId="{7A6DD958-0225-45A5-A8B0-7A7BB688D6BD}">
      <dsp:nvSpPr>
        <dsp:cNvPr id="0" name=""/>
        <dsp:cNvSpPr/>
      </dsp:nvSpPr>
      <dsp:spPr>
        <a:xfrm>
          <a:off x="0" y="4126779"/>
          <a:ext cx="5906181" cy="103455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1A9556-CB8B-4667-AA73-3ABD8929A65B}">
      <dsp:nvSpPr>
        <dsp:cNvPr id="0" name=""/>
        <dsp:cNvSpPr/>
      </dsp:nvSpPr>
      <dsp:spPr>
        <a:xfrm>
          <a:off x="313258" y="4359554"/>
          <a:ext cx="569561" cy="56900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703105-893F-4887-A0EA-435E5BB9C462}">
      <dsp:nvSpPr>
        <dsp:cNvPr id="0" name=""/>
        <dsp:cNvSpPr/>
      </dsp:nvSpPr>
      <dsp:spPr>
        <a:xfrm>
          <a:off x="1196079" y="4126779"/>
          <a:ext cx="4635346" cy="10992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334" tIns="116334" rIns="116334" bIns="11633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No Entanglement</a:t>
          </a:r>
          <a:r>
            <a:rPr lang="en-US" altLang="ja-JP" sz="1400" b="1" kern="1200" dirty="0">
              <a:latin typeface="Garamond" panose="02020404030301010803"/>
            </a:rPr>
            <a:t> </a:t>
          </a:r>
          <a:r>
            <a:rPr lang="ja-JP" altLang="en-US" sz="1400" b="0" kern="1200" dirty="0"/>
            <a:t>无纠缠</a:t>
          </a:r>
          <a:r>
            <a:rPr lang="en-US" sz="1400" b="1" kern="1200" dirty="0"/>
            <a:t>:</a:t>
          </a:r>
          <a:r>
            <a:rPr lang="en-US" sz="1400" kern="1200" dirty="0"/>
            <a:t> Classical objects do not exhibit entanglement, where the properties of one object are correlated with the properties of another, even when separated by large distances</a:t>
          </a:r>
        </a:p>
      </dsp:txBody>
      <dsp:txXfrm>
        <a:off x="1196079" y="4126779"/>
        <a:ext cx="4635346" cy="109921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7DAD62-DDC1-4894-9A05-85EE4777010B}">
      <dsp:nvSpPr>
        <dsp:cNvPr id="0" name=""/>
        <dsp:cNvSpPr/>
      </dsp:nvSpPr>
      <dsp:spPr>
        <a:xfrm>
          <a:off x="0" y="2170"/>
          <a:ext cx="5906181" cy="110028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0FA5DE-7F19-405F-8F8D-D79D1816E2B4}">
      <dsp:nvSpPr>
        <dsp:cNvPr id="0" name=""/>
        <dsp:cNvSpPr/>
      </dsp:nvSpPr>
      <dsp:spPr>
        <a:xfrm>
          <a:off x="332837" y="249736"/>
          <a:ext cx="605159" cy="60515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916B87-6642-4F6D-BCF4-E28DB1767937}">
      <dsp:nvSpPr>
        <dsp:cNvPr id="0" name=""/>
        <dsp:cNvSpPr/>
      </dsp:nvSpPr>
      <dsp:spPr>
        <a:xfrm>
          <a:off x="1270834" y="2170"/>
          <a:ext cx="4635346" cy="11002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447" tIns="116447" rIns="116447" bIns="116447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>
              <a:solidFill>
                <a:srgbClr val="FF0000"/>
              </a:solidFill>
            </a:rPr>
            <a:t>Probabilistic Nature</a:t>
          </a:r>
          <a:r>
            <a:rPr lang="en-US" sz="1500" b="1" kern="1200"/>
            <a:t>:</a:t>
          </a:r>
          <a:r>
            <a:rPr lang="en-US" sz="1500" kern="1200"/>
            <a:t> Quantum physics, based on principles such as superposition and wave-particle duality, is inherently probabilistic</a:t>
          </a:r>
        </a:p>
      </dsp:txBody>
      <dsp:txXfrm>
        <a:off x="1270834" y="2170"/>
        <a:ext cx="4635346" cy="1100289"/>
      </dsp:txXfrm>
    </dsp:sp>
    <dsp:sp modelId="{2C7053D0-DE7F-4FF9-B825-13BF8239CE4C}">
      <dsp:nvSpPr>
        <dsp:cNvPr id="0" name=""/>
        <dsp:cNvSpPr/>
      </dsp:nvSpPr>
      <dsp:spPr>
        <a:xfrm>
          <a:off x="0" y="1377533"/>
          <a:ext cx="5906181" cy="110028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39DA38-5C60-411B-8316-A1C5DFE1DF27}">
      <dsp:nvSpPr>
        <dsp:cNvPr id="0" name=""/>
        <dsp:cNvSpPr/>
      </dsp:nvSpPr>
      <dsp:spPr>
        <a:xfrm>
          <a:off x="332837" y="1625098"/>
          <a:ext cx="605159" cy="60515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2CB22E-0DEF-4E2F-AF5C-56B6E7EC341B}">
      <dsp:nvSpPr>
        <dsp:cNvPr id="0" name=""/>
        <dsp:cNvSpPr/>
      </dsp:nvSpPr>
      <dsp:spPr>
        <a:xfrm>
          <a:off x="1270834" y="1377533"/>
          <a:ext cx="4635346" cy="11002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447" tIns="116447" rIns="116447" bIns="116447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Discrete States: Quantum systems have discrete states and quantized properties</a:t>
          </a:r>
        </a:p>
      </dsp:txBody>
      <dsp:txXfrm>
        <a:off x="1270834" y="1377533"/>
        <a:ext cx="4635346" cy="1100289"/>
      </dsp:txXfrm>
    </dsp:sp>
    <dsp:sp modelId="{21453CA9-7947-40EA-9FF2-0691C2E0F1E2}">
      <dsp:nvSpPr>
        <dsp:cNvPr id="0" name=""/>
        <dsp:cNvSpPr/>
      </dsp:nvSpPr>
      <dsp:spPr>
        <a:xfrm>
          <a:off x="0" y="2752895"/>
          <a:ext cx="5906181" cy="1100289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52DADF-274D-4A08-B72E-B78D380D260B}">
      <dsp:nvSpPr>
        <dsp:cNvPr id="0" name=""/>
        <dsp:cNvSpPr/>
      </dsp:nvSpPr>
      <dsp:spPr>
        <a:xfrm>
          <a:off x="332837" y="3000460"/>
          <a:ext cx="605159" cy="60515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2F41CA-0935-47CD-A2E1-80375E861C5D}">
      <dsp:nvSpPr>
        <dsp:cNvPr id="0" name=""/>
        <dsp:cNvSpPr/>
      </dsp:nvSpPr>
      <dsp:spPr>
        <a:xfrm>
          <a:off x="1270834" y="2752895"/>
          <a:ext cx="4635346" cy="11002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447" tIns="116447" rIns="116447" bIns="116447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Superposition: </a:t>
          </a:r>
          <a:r>
            <a:rPr lang="en-US" sz="1500" kern="1200"/>
            <a:t>Quantum objects can exist in superposition, meaning they can be in multiple states simultaneously until measured</a:t>
          </a:r>
        </a:p>
      </dsp:txBody>
      <dsp:txXfrm>
        <a:off x="1270834" y="2752895"/>
        <a:ext cx="4635346" cy="1100289"/>
      </dsp:txXfrm>
    </dsp:sp>
    <dsp:sp modelId="{E7DA3388-90C8-41DB-B7FA-439152017365}">
      <dsp:nvSpPr>
        <dsp:cNvPr id="0" name=""/>
        <dsp:cNvSpPr/>
      </dsp:nvSpPr>
      <dsp:spPr>
        <a:xfrm>
          <a:off x="0" y="4128257"/>
          <a:ext cx="5906181" cy="1100289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D6EA79-51F6-498C-AC35-226E67361B4A}">
      <dsp:nvSpPr>
        <dsp:cNvPr id="0" name=""/>
        <dsp:cNvSpPr/>
      </dsp:nvSpPr>
      <dsp:spPr>
        <a:xfrm>
          <a:off x="332837" y="4375822"/>
          <a:ext cx="605159" cy="60515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67543F-821C-41EA-B4D3-E8AF023E990B}">
      <dsp:nvSpPr>
        <dsp:cNvPr id="0" name=""/>
        <dsp:cNvSpPr/>
      </dsp:nvSpPr>
      <dsp:spPr>
        <a:xfrm>
          <a:off x="1270834" y="4128257"/>
          <a:ext cx="4635346" cy="11002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447" tIns="116447" rIns="116447" bIns="116447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Entanglement: </a:t>
          </a:r>
          <a:r>
            <a:rPr lang="en-US" sz="1500" kern="1200"/>
            <a:t>Quantum systems can exhibit entanglement, where the properties of entangled particles are correlated regardless of the distance between them</a:t>
          </a:r>
        </a:p>
      </dsp:txBody>
      <dsp:txXfrm>
        <a:off x="1270834" y="4128257"/>
        <a:ext cx="4635346" cy="110028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43F910-AEE8-4C2E-A2F5-937740D13A9B}">
      <dsp:nvSpPr>
        <dsp:cNvPr id="0" name=""/>
        <dsp:cNvSpPr/>
      </dsp:nvSpPr>
      <dsp:spPr>
        <a:xfrm>
          <a:off x="2946" y="1083736"/>
          <a:ext cx="2104012" cy="13360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D85011E-D430-4761-AF37-38BDF85FCD86}">
      <dsp:nvSpPr>
        <dsp:cNvPr id="0" name=""/>
        <dsp:cNvSpPr/>
      </dsp:nvSpPr>
      <dsp:spPr>
        <a:xfrm>
          <a:off x="236726" y="1305827"/>
          <a:ext cx="2104012" cy="13360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>
              <a:latin typeface="Segoe UI"/>
              <a:cs typeface="Segoe UI"/>
            </a:rPr>
            <a:t> 1. Hardware Layer:</a:t>
          </a:r>
          <a:endParaRPr lang="en-US" sz="1500" kern="1200">
            <a:latin typeface="Segoe UI"/>
            <a:cs typeface="Segoe UI"/>
          </a:endParaRPr>
        </a:p>
      </dsp:txBody>
      <dsp:txXfrm>
        <a:off x="275858" y="1344959"/>
        <a:ext cx="2025748" cy="1257784"/>
      </dsp:txXfrm>
    </dsp:sp>
    <dsp:sp modelId="{FF9802B3-7CBC-4B64-8591-18912A6EE76C}">
      <dsp:nvSpPr>
        <dsp:cNvPr id="0" name=""/>
        <dsp:cNvSpPr/>
      </dsp:nvSpPr>
      <dsp:spPr>
        <a:xfrm>
          <a:off x="2574518" y="1083736"/>
          <a:ext cx="2104012" cy="13360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DECAC9B-50FC-4384-A22B-AF33E09E02CE}">
      <dsp:nvSpPr>
        <dsp:cNvPr id="0" name=""/>
        <dsp:cNvSpPr/>
      </dsp:nvSpPr>
      <dsp:spPr>
        <a:xfrm>
          <a:off x="2808297" y="1305827"/>
          <a:ext cx="2104012" cy="13360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Segoe UI"/>
              <a:cs typeface="Segoe UI"/>
            </a:rPr>
            <a:t>  </a:t>
          </a:r>
          <a:r>
            <a:rPr lang="en-US" sz="1500" b="1" kern="1200">
              <a:latin typeface="Segoe UI"/>
              <a:cs typeface="Segoe UI"/>
            </a:rPr>
            <a:t> Processor: </a:t>
          </a:r>
          <a:r>
            <a:rPr lang="en-US" sz="1500" kern="1200">
              <a:latin typeface="Segoe UI"/>
              <a:cs typeface="Segoe UI"/>
            </a:rPr>
            <a:t>Central Processing Unit (CPU) or Graphics Processing Unit (GPU) containing billions of transistors.</a:t>
          </a:r>
        </a:p>
      </dsp:txBody>
      <dsp:txXfrm>
        <a:off x="2847429" y="1344959"/>
        <a:ext cx="2025748" cy="1257784"/>
      </dsp:txXfrm>
    </dsp:sp>
    <dsp:sp modelId="{2C87BA65-BE51-4EE9-9D2F-29E8419EE868}">
      <dsp:nvSpPr>
        <dsp:cNvPr id="0" name=""/>
        <dsp:cNvSpPr/>
      </dsp:nvSpPr>
      <dsp:spPr>
        <a:xfrm>
          <a:off x="5146089" y="1083736"/>
          <a:ext cx="2104012" cy="13360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6A8531D-3B58-4477-8554-9DBEAB528D88}">
      <dsp:nvSpPr>
        <dsp:cNvPr id="0" name=""/>
        <dsp:cNvSpPr/>
      </dsp:nvSpPr>
      <dsp:spPr>
        <a:xfrm>
          <a:off x="5379868" y="1305827"/>
          <a:ext cx="2104012" cy="13360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>
              <a:latin typeface="Segoe UI"/>
              <a:cs typeface="Segoe UI"/>
            </a:rPr>
            <a:t>   Memory: </a:t>
          </a:r>
          <a:r>
            <a:rPr lang="en-US" sz="1500" kern="1200">
              <a:latin typeface="Segoe UI"/>
              <a:cs typeface="Segoe UI"/>
            </a:rPr>
            <a:t>Random Access Memory (RAM) for temporary storage of data and instructions.</a:t>
          </a:r>
        </a:p>
      </dsp:txBody>
      <dsp:txXfrm>
        <a:off x="5419000" y="1344959"/>
        <a:ext cx="2025748" cy="1257784"/>
      </dsp:txXfrm>
    </dsp:sp>
    <dsp:sp modelId="{CE599BBB-9385-4374-B199-A90C28BEA6C4}">
      <dsp:nvSpPr>
        <dsp:cNvPr id="0" name=""/>
        <dsp:cNvSpPr/>
      </dsp:nvSpPr>
      <dsp:spPr>
        <a:xfrm>
          <a:off x="7717661" y="1083736"/>
          <a:ext cx="2104012" cy="13360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F74FA58-6C2D-4B87-A915-0AB865E8B6AD}">
      <dsp:nvSpPr>
        <dsp:cNvPr id="0" name=""/>
        <dsp:cNvSpPr/>
      </dsp:nvSpPr>
      <dsp:spPr>
        <a:xfrm>
          <a:off x="7951440" y="1305827"/>
          <a:ext cx="2104012" cy="13360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>
              <a:latin typeface="Segoe UI"/>
              <a:cs typeface="Segoe UI"/>
            </a:rPr>
            <a:t>   Storage:</a:t>
          </a:r>
          <a:r>
            <a:rPr lang="en-US" sz="1500" kern="1200">
              <a:latin typeface="Segoe UI"/>
              <a:cs typeface="Segoe UI"/>
            </a:rPr>
            <a:t> Hard Disk Drive (HDD) or Solid-State Drive (SSD) for long-term storage of data.</a:t>
          </a:r>
        </a:p>
      </dsp:txBody>
      <dsp:txXfrm>
        <a:off x="7990572" y="1344959"/>
        <a:ext cx="2025748" cy="125778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C69406-90DE-42DA-AC9D-55646D0F447D}">
      <dsp:nvSpPr>
        <dsp:cNvPr id="0" name=""/>
        <dsp:cNvSpPr/>
      </dsp:nvSpPr>
      <dsp:spPr>
        <a:xfrm>
          <a:off x="0" y="638"/>
          <a:ext cx="5906181" cy="149412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4AFEA0-69A8-416F-8C1E-F5704ED879C6}">
      <dsp:nvSpPr>
        <dsp:cNvPr id="0" name=""/>
        <dsp:cNvSpPr/>
      </dsp:nvSpPr>
      <dsp:spPr>
        <a:xfrm>
          <a:off x="451973" y="336816"/>
          <a:ext cx="821769" cy="82176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882E14-7349-49B4-B5F4-C1AC7F880273}">
      <dsp:nvSpPr>
        <dsp:cNvPr id="0" name=""/>
        <dsp:cNvSpPr/>
      </dsp:nvSpPr>
      <dsp:spPr>
        <a:xfrm>
          <a:off x="1725715" y="638"/>
          <a:ext cx="4180465" cy="1494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128" tIns="158128" rIns="158128" bIns="158128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Applications: Programs developed for specific tasks</a:t>
          </a:r>
        </a:p>
      </dsp:txBody>
      <dsp:txXfrm>
        <a:off x="1725715" y="638"/>
        <a:ext cx="4180465" cy="1494125"/>
      </dsp:txXfrm>
    </dsp:sp>
    <dsp:sp modelId="{805F626C-DE42-4FB2-975C-9B0633BA6421}">
      <dsp:nvSpPr>
        <dsp:cNvPr id="0" name=""/>
        <dsp:cNvSpPr/>
      </dsp:nvSpPr>
      <dsp:spPr>
        <a:xfrm>
          <a:off x="0" y="1868296"/>
          <a:ext cx="5906181" cy="149412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CFFF9C-3035-4B32-A828-26239BCE256B}">
      <dsp:nvSpPr>
        <dsp:cNvPr id="0" name=""/>
        <dsp:cNvSpPr/>
      </dsp:nvSpPr>
      <dsp:spPr>
        <a:xfrm>
          <a:off x="451973" y="2204474"/>
          <a:ext cx="821769" cy="82176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91CDD2-76D0-41DC-93DF-6FE469C837E1}">
      <dsp:nvSpPr>
        <dsp:cNvPr id="0" name=""/>
        <dsp:cNvSpPr/>
      </dsp:nvSpPr>
      <dsp:spPr>
        <a:xfrm>
          <a:off x="1725715" y="1868296"/>
          <a:ext cx="4180465" cy="1494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128" tIns="158128" rIns="158128" bIns="158128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Quantum Processor: Quantum bits implemented using physical systems such as superconducting circuits, trapped ions, or photonic systems</a:t>
          </a:r>
        </a:p>
      </dsp:txBody>
      <dsp:txXfrm>
        <a:off x="1725715" y="1868296"/>
        <a:ext cx="4180465" cy="1494125"/>
      </dsp:txXfrm>
    </dsp:sp>
    <dsp:sp modelId="{B4A4E43A-DCB1-41CA-8E86-967E8FB035E2}">
      <dsp:nvSpPr>
        <dsp:cNvPr id="0" name=""/>
        <dsp:cNvSpPr/>
      </dsp:nvSpPr>
      <dsp:spPr>
        <a:xfrm>
          <a:off x="0" y="3735953"/>
          <a:ext cx="5906181" cy="149412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098C3A-A575-4889-87F1-1799DFD0E714}">
      <dsp:nvSpPr>
        <dsp:cNvPr id="0" name=""/>
        <dsp:cNvSpPr/>
      </dsp:nvSpPr>
      <dsp:spPr>
        <a:xfrm>
          <a:off x="451973" y="4072131"/>
          <a:ext cx="821769" cy="82176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5AF562-651D-4C92-B6C9-441E9F03D02F}">
      <dsp:nvSpPr>
        <dsp:cNvPr id="0" name=""/>
        <dsp:cNvSpPr/>
      </dsp:nvSpPr>
      <dsp:spPr>
        <a:xfrm>
          <a:off x="1725715" y="3735953"/>
          <a:ext cx="4180465" cy="1494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128" tIns="158128" rIns="158128" bIns="158128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Quantum Memory: Temporary storage of quantum information required for quantum algorithms and operations</a:t>
          </a:r>
        </a:p>
      </dsp:txBody>
      <dsp:txXfrm>
        <a:off x="1725715" y="3735953"/>
        <a:ext cx="4180465" cy="149412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282622-E822-408B-82DF-4B49F3AF047A}">
      <dsp:nvSpPr>
        <dsp:cNvPr id="0" name=""/>
        <dsp:cNvSpPr/>
      </dsp:nvSpPr>
      <dsp:spPr>
        <a:xfrm>
          <a:off x="489253" y="981206"/>
          <a:ext cx="793388" cy="79338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2FD8B0-A408-4827-AEBD-FDC31D649F2A}">
      <dsp:nvSpPr>
        <dsp:cNvPr id="0" name=""/>
        <dsp:cNvSpPr/>
      </dsp:nvSpPr>
      <dsp:spPr>
        <a:xfrm>
          <a:off x="4405" y="2039171"/>
          <a:ext cx="1763085" cy="7052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1. Factoring large integers:</a:t>
          </a:r>
          <a:r>
            <a:rPr lang="en-US" sz="1600" kern="1200"/>
            <a:t> </a:t>
          </a:r>
        </a:p>
      </dsp:txBody>
      <dsp:txXfrm>
        <a:off x="4405" y="2039171"/>
        <a:ext cx="1763085" cy="705234"/>
      </dsp:txXfrm>
    </dsp:sp>
    <dsp:sp modelId="{99D5FA03-E7D3-4767-80FE-DD37FCE87691}">
      <dsp:nvSpPr>
        <dsp:cNvPr id="0" name=""/>
        <dsp:cNvSpPr/>
      </dsp:nvSpPr>
      <dsp:spPr>
        <a:xfrm>
          <a:off x="2560879" y="981206"/>
          <a:ext cx="793388" cy="79338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8B2AA5-013C-4E4E-82C6-8611F79DBF43}">
      <dsp:nvSpPr>
        <dsp:cNvPr id="0" name=""/>
        <dsp:cNvSpPr/>
      </dsp:nvSpPr>
      <dsp:spPr>
        <a:xfrm>
          <a:off x="2076031" y="2039171"/>
          <a:ext cx="1763085" cy="7052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2. Searching unsorted databases:</a:t>
          </a:r>
          <a:endParaRPr lang="en-US" sz="1600" kern="1200"/>
        </a:p>
      </dsp:txBody>
      <dsp:txXfrm>
        <a:off x="2076031" y="2039171"/>
        <a:ext cx="1763085" cy="705234"/>
      </dsp:txXfrm>
    </dsp:sp>
    <dsp:sp modelId="{BE39693B-D691-4D49-AA2D-F46D4E6229AD}">
      <dsp:nvSpPr>
        <dsp:cNvPr id="0" name=""/>
        <dsp:cNvSpPr/>
      </dsp:nvSpPr>
      <dsp:spPr>
        <a:xfrm>
          <a:off x="4632505" y="981206"/>
          <a:ext cx="793388" cy="79338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F1547B-628E-4DA2-8BDC-4ABAB36687C7}">
      <dsp:nvSpPr>
        <dsp:cNvPr id="0" name=""/>
        <dsp:cNvSpPr/>
      </dsp:nvSpPr>
      <dsp:spPr>
        <a:xfrm>
          <a:off x="4147657" y="2039171"/>
          <a:ext cx="1763085" cy="7052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3. Simulating quantum systems:</a:t>
          </a:r>
          <a:endParaRPr lang="en-US" sz="1600" kern="1200"/>
        </a:p>
      </dsp:txBody>
      <dsp:txXfrm>
        <a:off x="4147657" y="2039171"/>
        <a:ext cx="1763085" cy="705234"/>
      </dsp:txXfrm>
    </dsp:sp>
    <dsp:sp modelId="{F3603E82-1BC0-4417-AAD5-E8FDE362706D}">
      <dsp:nvSpPr>
        <dsp:cNvPr id="0" name=""/>
        <dsp:cNvSpPr/>
      </dsp:nvSpPr>
      <dsp:spPr>
        <a:xfrm>
          <a:off x="6704131" y="981206"/>
          <a:ext cx="793388" cy="79338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52D834-F0E1-4F34-B980-9ADA20DDFD64}">
      <dsp:nvSpPr>
        <dsp:cNvPr id="0" name=""/>
        <dsp:cNvSpPr/>
      </dsp:nvSpPr>
      <dsp:spPr>
        <a:xfrm>
          <a:off x="6219283" y="2039171"/>
          <a:ext cx="1763085" cy="7052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4. Optimization problems:</a:t>
          </a:r>
          <a:r>
            <a:rPr lang="en-US" sz="1600" kern="1200"/>
            <a:t> </a:t>
          </a:r>
        </a:p>
      </dsp:txBody>
      <dsp:txXfrm>
        <a:off x="6219283" y="2039171"/>
        <a:ext cx="1763085" cy="705234"/>
      </dsp:txXfrm>
    </dsp:sp>
    <dsp:sp modelId="{8D33CABD-70BC-4C3E-A1B1-E873EE73BEDF}">
      <dsp:nvSpPr>
        <dsp:cNvPr id="0" name=""/>
        <dsp:cNvSpPr/>
      </dsp:nvSpPr>
      <dsp:spPr>
        <a:xfrm>
          <a:off x="8775757" y="981206"/>
          <a:ext cx="793388" cy="79338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A66696-B9A2-45F2-AB4F-3339BA280224}">
      <dsp:nvSpPr>
        <dsp:cNvPr id="0" name=""/>
        <dsp:cNvSpPr/>
      </dsp:nvSpPr>
      <dsp:spPr>
        <a:xfrm>
          <a:off x="8290908" y="2039171"/>
          <a:ext cx="1763085" cy="7052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5. Machine learning and AI:</a:t>
          </a:r>
          <a:endParaRPr lang="en-US" sz="1600" kern="1200"/>
        </a:p>
      </dsp:txBody>
      <dsp:txXfrm>
        <a:off x="8290908" y="2039171"/>
        <a:ext cx="1763085" cy="70523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AE558F-4096-4921-8549-AF8FAF78727C}">
      <dsp:nvSpPr>
        <dsp:cNvPr id="0" name=""/>
        <dsp:cNvSpPr/>
      </dsp:nvSpPr>
      <dsp:spPr>
        <a:xfrm>
          <a:off x="0" y="638"/>
          <a:ext cx="5906181" cy="149412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D40D95-07BD-4665-8817-C10FDEC92A09}">
      <dsp:nvSpPr>
        <dsp:cNvPr id="0" name=""/>
        <dsp:cNvSpPr/>
      </dsp:nvSpPr>
      <dsp:spPr>
        <a:xfrm>
          <a:off x="451973" y="336816"/>
          <a:ext cx="821769" cy="82176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A38CF5-BEA0-4620-B091-9358F52924C8}">
      <dsp:nvSpPr>
        <dsp:cNvPr id="0" name=""/>
        <dsp:cNvSpPr/>
      </dsp:nvSpPr>
      <dsp:spPr>
        <a:xfrm>
          <a:off x="1725715" y="638"/>
          <a:ext cx="4180465" cy="1494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128" tIns="158128" rIns="158128" bIns="15812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Quantum bits, or qubits, are the fundamental units of quantum information, analogous to classical bits</a:t>
          </a:r>
        </a:p>
      </dsp:txBody>
      <dsp:txXfrm>
        <a:off x="1725715" y="638"/>
        <a:ext cx="4180465" cy="1494125"/>
      </dsp:txXfrm>
    </dsp:sp>
    <dsp:sp modelId="{50AF147A-99D6-49D8-85FB-9EC59227630A}">
      <dsp:nvSpPr>
        <dsp:cNvPr id="0" name=""/>
        <dsp:cNvSpPr/>
      </dsp:nvSpPr>
      <dsp:spPr>
        <a:xfrm>
          <a:off x="0" y="1868296"/>
          <a:ext cx="5906181" cy="149412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77F1D7-9283-49DD-A4E1-C0FE0573488C}">
      <dsp:nvSpPr>
        <dsp:cNvPr id="0" name=""/>
        <dsp:cNvSpPr/>
      </dsp:nvSpPr>
      <dsp:spPr>
        <a:xfrm>
          <a:off x="451973" y="2204474"/>
          <a:ext cx="821769" cy="82176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191232-F6EF-4CCD-A438-63E02BCEB212}">
      <dsp:nvSpPr>
        <dsp:cNvPr id="0" name=""/>
        <dsp:cNvSpPr/>
      </dsp:nvSpPr>
      <dsp:spPr>
        <a:xfrm>
          <a:off x="1725715" y="1868296"/>
          <a:ext cx="4180465" cy="1494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128" tIns="158128" rIns="158128" bIns="15812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Unlike classical bits, which can be either 0 or 1, qubits can exist in a superposition of both 0 and 1 simultaneously, allowing for the potential for exponentially more computational power in quantum computers</a:t>
          </a:r>
        </a:p>
      </dsp:txBody>
      <dsp:txXfrm>
        <a:off x="1725715" y="1868296"/>
        <a:ext cx="4180465" cy="1494125"/>
      </dsp:txXfrm>
    </dsp:sp>
    <dsp:sp modelId="{ECFA81B3-D605-4341-9B97-1E86AB75B798}">
      <dsp:nvSpPr>
        <dsp:cNvPr id="0" name=""/>
        <dsp:cNvSpPr/>
      </dsp:nvSpPr>
      <dsp:spPr>
        <a:xfrm>
          <a:off x="0" y="3735953"/>
          <a:ext cx="5906181" cy="149412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3FFCD4-5EA2-4583-805C-E444B42374AD}">
      <dsp:nvSpPr>
        <dsp:cNvPr id="0" name=""/>
        <dsp:cNvSpPr/>
      </dsp:nvSpPr>
      <dsp:spPr>
        <a:xfrm>
          <a:off x="451973" y="4072131"/>
          <a:ext cx="821769" cy="82176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7E75E1-6265-4940-B326-570F5C0831B4}">
      <dsp:nvSpPr>
        <dsp:cNvPr id="0" name=""/>
        <dsp:cNvSpPr/>
      </dsp:nvSpPr>
      <dsp:spPr>
        <a:xfrm>
          <a:off x="1725715" y="3735953"/>
          <a:ext cx="4180465" cy="1494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128" tIns="158128" rIns="158128" bIns="15812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There are various physical systems that can be used to implement qubits, each with its own method of generation</a:t>
          </a:r>
        </a:p>
      </dsp:txBody>
      <dsp:txXfrm>
        <a:off x="1725715" y="3735953"/>
        <a:ext cx="4180465" cy="149412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16A2D5-FA05-49DC-AE41-8900B3681F4C}">
      <dsp:nvSpPr>
        <dsp:cNvPr id="0" name=""/>
        <dsp:cNvSpPr/>
      </dsp:nvSpPr>
      <dsp:spPr>
        <a:xfrm>
          <a:off x="0" y="815317"/>
          <a:ext cx="2828924" cy="17963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886D0E1-6788-4FC7-B1C1-77401CB3DA29}">
      <dsp:nvSpPr>
        <dsp:cNvPr id="0" name=""/>
        <dsp:cNvSpPr/>
      </dsp:nvSpPr>
      <dsp:spPr>
        <a:xfrm>
          <a:off x="314325" y="1113926"/>
          <a:ext cx="2828924" cy="17963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This wave-particle duality is a fundamental aspect of quantum mechanics, where particles exhibit both wave-like and particle-like behavior depending on the experimental setup</a:t>
          </a:r>
        </a:p>
      </dsp:txBody>
      <dsp:txXfrm>
        <a:off x="366939" y="1166540"/>
        <a:ext cx="2723696" cy="1691139"/>
      </dsp:txXfrm>
    </dsp:sp>
    <dsp:sp modelId="{BE0F25FC-54B0-442E-9C82-FE0EE450B335}">
      <dsp:nvSpPr>
        <dsp:cNvPr id="0" name=""/>
        <dsp:cNvSpPr/>
      </dsp:nvSpPr>
      <dsp:spPr>
        <a:xfrm>
          <a:off x="3457574" y="815317"/>
          <a:ext cx="2828924" cy="17963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67335E5-F532-4C19-B05A-190E1C1C28DA}">
      <dsp:nvSpPr>
        <dsp:cNvPr id="0" name=""/>
        <dsp:cNvSpPr/>
      </dsp:nvSpPr>
      <dsp:spPr>
        <a:xfrm>
          <a:off x="3771899" y="1113926"/>
          <a:ext cx="2828924" cy="17963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Young's double-slit experiment beautifully demonstrates this duality and provides insight into the mysterious nature of quantum particles</a:t>
          </a:r>
        </a:p>
      </dsp:txBody>
      <dsp:txXfrm>
        <a:off x="3824513" y="1166540"/>
        <a:ext cx="2723696" cy="1691139"/>
      </dsp:txXfrm>
    </dsp:sp>
    <dsp:sp modelId="{8F262782-5D16-4832-9D38-89E282D9EEF4}">
      <dsp:nvSpPr>
        <dsp:cNvPr id="0" name=""/>
        <dsp:cNvSpPr/>
      </dsp:nvSpPr>
      <dsp:spPr>
        <a:xfrm>
          <a:off x="6915149" y="815317"/>
          <a:ext cx="2828924" cy="17963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C910A53-EA2B-43E8-AE1B-1E8E895485DE}">
      <dsp:nvSpPr>
        <dsp:cNvPr id="0" name=""/>
        <dsp:cNvSpPr/>
      </dsp:nvSpPr>
      <dsp:spPr>
        <a:xfrm>
          <a:off x="7229475" y="1113926"/>
          <a:ext cx="2828924" cy="17963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Wave-particle duality is a fundamental concept in quantum mechanics that describes the dual nature of particles, such as electrons and photons</a:t>
          </a:r>
        </a:p>
      </dsp:txBody>
      <dsp:txXfrm>
        <a:off x="7282089" y="1166540"/>
        <a:ext cx="2723696" cy="169113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3DE9D9-E5FE-4261-9D14-F8EED477770D}">
      <dsp:nvSpPr>
        <dsp:cNvPr id="0" name=""/>
        <dsp:cNvSpPr/>
      </dsp:nvSpPr>
      <dsp:spPr>
        <a:xfrm>
          <a:off x="0" y="2170"/>
          <a:ext cx="5906181" cy="110028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99DB31-7BC2-4BC1-A52B-75E5FDAB23DB}">
      <dsp:nvSpPr>
        <dsp:cNvPr id="0" name=""/>
        <dsp:cNvSpPr/>
      </dsp:nvSpPr>
      <dsp:spPr>
        <a:xfrm>
          <a:off x="332837" y="249736"/>
          <a:ext cx="605159" cy="60515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9004D3-3015-4F0D-9234-73EA677F6245}">
      <dsp:nvSpPr>
        <dsp:cNvPr id="0" name=""/>
        <dsp:cNvSpPr/>
      </dsp:nvSpPr>
      <dsp:spPr>
        <a:xfrm>
          <a:off x="1270834" y="2170"/>
          <a:ext cx="4635346" cy="11002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447" tIns="116447" rIns="116447" bIns="116447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Imagine you have a screen with two small slits close to each other</a:t>
          </a:r>
        </a:p>
      </dsp:txBody>
      <dsp:txXfrm>
        <a:off x="1270834" y="2170"/>
        <a:ext cx="4635346" cy="1100289"/>
      </dsp:txXfrm>
    </dsp:sp>
    <dsp:sp modelId="{A8985136-C218-4889-8708-FB4133375BD6}">
      <dsp:nvSpPr>
        <dsp:cNvPr id="0" name=""/>
        <dsp:cNvSpPr/>
      </dsp:nvSpPr>
      <dsp:spPr>
        <a:xfrm>
          <a:off x="0" y="1377533"/>
          <a:ext cx="5906181" cy="110028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9C14EF-C9C7-439C-A3DA-06D66B573C75}">
      <dsp:nvSpPr>
        <dsp:cNvPr id="0" name=""/>
        <dsp:cNvSpPr/>
      </dsp:nvSpPr>
      <dsp:spPr>
        <a:xfrm>
          <a:off x="332837" y="1625098"/>
          <a:ext cx="605159" cy="60515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2B3148-8D58-4E1C-A37A-C8520E7DD7D8}">
      <dsp:nvSpPr>
        <dsp:cNvPr id="0" name=""/>
        <dsp:cNvSpPr/>
      </dsp:nvSpPr>
      <dsp:spPr>
        <a:xfrm>
          <a:off x="1270834" y="1377533"/>
          <a:ext cx="4635346" cy="11002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447" tIns="116447" rIns="116447" bIns="116447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When light from the source passes through the slits, it creates two separate waves that propagate outward</a:t>
          </a:r>
        </a:p>
      </dsp:txBody>
      <dsp:txXfrm>
        <a:off x="1270834" y="1377533"/>
        <a:ext cx="4635346" cy="1100289"/>
      </dsp:txXfrm>
    </dsp:sp>
    <dsp:sp modelId="{B65292CD-A1E1-441B-8BA9-2063C36BD072}">
      <dsp:nvSpPr>
        <dsp:cNvPr id="0" name=""/>
        <dsp:cNvSpPr/>
      </dsp:nvSpPr>
      <dsp:spPr>
        <a:xfrm>
          <a:off x="0" y="2752895"/>
          <a:ext cx="5906181" cy="1100289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C9096B-9993-4C7C-A362-34075DAEDF1F}">
      <dsp:nvSpPr>
        <dsp:cNvPr id="0" name=""/>
        <dsp:cNvSpPr/>
      </dsp:nvSpPr>
      <dsp:spPr>
        <a:xfrm>
          <a:off x="332837" y="3000460"/>
          <a:ext cx="605159" cy="60515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015A8A-00C5-4BFA-9669-E3B5313CE437}">
      <dsp:nvSpPr>
        <dsp:cNvPr id="0" name=""/>
        <dsp:cNvSpPr/>
      </dsp:nvSpPr>
      <dsp:spPr>
        <a:xfrm>
          <a:off x="1270834" y="2752895"/>
          <a:ext cx="4635346" cy="11002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447" tIns="116447" rIns="116447" bIns="116447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This interference pattern arises because the waves from the two slits interfere with each other, creating regions of constructive and destructive interference</a:t>
          </a:r>
        </a:p>
      </dsp:txBody>
      <dsp:txXfrm>
        <a:off x="1270834" y="2752895"/>
        <a:ext cx="4635346" cy="1100289"/>
      </dsp:txXfrm>
    </dsp:sp>
    <dsp:sp modelId="{B8993B0E-DF25-4E20-B367-F6F1362F467A}">
      <dsp:nvSpPr>
        <dsp:cNvPr id="0" name=""/>
        <dsp:cNvSpPr/>
      </dsp:nvSpPr>
      <dsp:spPr>
        <a:xfrm>
          <a:off x="0" y="4128257"/>
          <a:ext cx="5906181" cy="1100289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D02BE8-7FC7-4D9E-A3F5-FCE99033CFBE}">
      <dsp:nvSpPr>
        <dsp:cNvPr id="0" name=""/>
        <dsp:cNvSpPr/>
      </dsp:nvSpPr>
      <dsp:spPr>
        <a:xfrm>
          <a:off x="332837" y="4375822"/>
          <a:ext cx="605159" cy="60515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67EB85-B377-40B1-850D-89E9786B190A}">
      <dsp:nvSpPr>
        <dsp:cNvPr id="0" name=""/>
        <dsp:cNvSpPr/>
      </dsp:nvSpPr>
      <dsp:spPr>
        <a:xfrm>
          <a:off x="1270834" y="4128257"/>
          <a:ext cx="4635346" cy="11002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447" tIns="116447" rIns="116447" bIns="116447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In the double-slit experiment, even when we reduce the intensity of the light source so much that only one photon passes through the apparatus at a time, the interference pattern still emerges over time as individual photons hit the screen</a:t>
          </a:r>
        </a:p>
      </dsp:txBody>
      <dsp:txXfrm>
        <a:off x="1270834" y="4128257"/>
        <a:ext cx="4635346" cy="11002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89D861-5EB0-4534-803D-2CBD740086C3}" type="datetimeFigureOut">
              <a:t>2025/8/2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D09FBB-CAC7-4A7E-B28F-411CC54753A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104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It's not sure that it will pass through same slit.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D09FBB-CAC7-4A7E-B28F-411CC54753A5}" type="slidenum"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5281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Super position</a:t>
            </a: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D09FBB-CAC7-4A7E-B28F-411CC54753A5}" type="slidenum"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4128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none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8/2/2025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4086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8/2/2025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367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8/2/2025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872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8/2/2025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744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8/2/2025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24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8/2/2025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206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8/2/2025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023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8/2/2025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957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8/2/2025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51896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40B7-36AB-4376-BE14-EF7004D79BB9}" type="datetime1">
              <a:rPr lang="en-US" smtClean="0"/>
              <a:t>8/2/2025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6244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CAB8-DCAE-46A5-AADA-B3FAD11A54E0}" type="datetime1">
              <a:rPr lang="en-US" smtClean="0"/>
              <a:t>8/2/2025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682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8/2/2025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119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67530C-0BEC-66AF-50C5-01A43EC689F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911" r="-2" b="14789"/>
          <a:stretch/>
        </p:blipFill>
        <p:spPr>
          <a:xfrm>
            <a:off x="20" y="-839"/>
            <a:ext cx="12191980" cy="6858000"/>
          </a:xfrm>
          <a:prstGeom prst="rect">
            <a:avLst/>
          </a:prstGeom>
        </p:spPr>
      </p:pic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F9FFE17-DE95-4821-ACC1-B90C954492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3CF76AF-FF72-4430-A772-0584032902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771132" y="2091263"/>
            <a:ext cx="8649738" cy="2590800"/>
          </a:xfrm>
        </p:spPr>
        <p:txBody>
          <a:bodyPr>
            <a:normAutofit/>
          </a:bodyPr>
          <a:lstStyle/>
          <a:p>
            <a:r>
              <a:rPr lang="en-US"/>
              <a:t>Quantum Computing: Introduction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B1C8180-2FDD-4202-8C45-4057CB1AB2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6E86CC6-13EA-4A88-86AD-CF27BF52C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50180" y="1267730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F80B441-4F7D-4B40-8A13-FED03A1F3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941820" y="1267730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0C7FD1A-44B1-4E4C-B0C9-A8103DCCDC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50180" y="1913025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4606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2AD6B69-E0A0-476D-9EE1-6B69F04C5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BE10A1-AD5F-4AB3-8A94-41D62B494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4419599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573409" y="559477"/>
            <a:ext cx="3765200" cy="5709931"/>
          </a:xfrm>
        </p:spPr>
        <p:txBody>
          <a:bodyPr>
            <a:normAutofit/>
          </a:bodyPr>
          <a:lstStyle/>
          <a:p>
            <a:pPr algn="ctr"/>
            <a:r>
              <a:rPr lang="en-US" sz="4000" b="1">
                <a:solidFill>
                  <a:srgbClr val="000000"/>
                </a:solidFill>
                <a:latin typeface="Garamond"/>
                <a:ea typeface="+mj-lt"/>
                <a:cs typeface="+mj-lt"/>
              </a:rPr>
              <a:t>Conventional Physics:</a:t>
            </a:r>
            <a:endParaRPr sz="4000">
              <a:solidFill>
                <a:srgbClr val="000000"/>
              </a:solidFill>
              <a:latin typeface="Garamond"/>
              <a:ea typeface="+mj-lt"/>
              <a:cs typeface="+mj-lt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684BFFE-6A90-4311-ACD5-B34177D464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4122323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graphicFrame>
        <p:nvGraphicFramePr>
          <p:cNvPr id="6" name="Content Placeholder">
            <a:extLst>
              <a:ext uri="{FF2B5EF4-FFF2-40B4-BE49-F238E27FC236}">
                <a16:creationId xmlns:a16="http://schemas.microsoft.com/office/drawing/2014/main" id="{4714F51C-4D86-8423-189B-A95958351A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4971495"/>
              </p:ext>
            </p:extLst>
          </p:nvPr>
        </p:nvGraphicFramePr>
        <p:xfrm>
          <a:off x="5591855" y="812320"/>
          <a:ext cx="5906181" cy="52307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7711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2AD6B69-E0A0-476D-9EE1-6B69F04C5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BE10A1-AD5F-4AB3-8A94-41D62B494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4419599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573409" y="559477"/>
            <a:ext cx="3765200" cy="5709931"/>
          </a:xfrm>
        </p:spPr>
        <p:txBody>
          <a:bodyPr>
            <a:normAutofit/>
          </a:bodyPr>
          <a:lstStyle/>
          <a:p>
            <a:pPr algn="ctr"/>
            <a:r>
              <a:rPr lang="en-US"/>
              <a:t>Quantum Physics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684BFFE-6A90-4311-ACD5-B34177D464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4122323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graphicFrame>
        <p:nvGraphicFramePr>
          <p:cNvPr id="6" name="Content Placeholder">
            <a:extLst>
              <a:ext uri="{FF2B5EF4-FFF2-40B4-BE49-F238E27FC236}">
                <a16:creationId xmlns:a16="http://schemas.microsoft.com/office/drawing/2014/main" id="{0F56DAB4-7412-867D-1FA7-3EC1CB006F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5762560"/>
              </p:ext>
            </p:extLst>
          </p:nvPr>
        </p:nvGraphicFramePr>
        <p:xfrm>
          <a:off x="5580482" y="675842"/>
          <a:ext cx="5906181" cy="52307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771896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6F7F177-4AE8-4934-A7F6-B3910259F2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66" y="0"/>
            <a:ext cx="12193866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DAC2350-FA6C-4B24-9A17-926C160E8C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3190" y="457200"/>
            <a:ext cx="11281609" cy="5943603"/>
          </a:xfrm>
          <a:prstGeom prst="rect">
            <a:avLst/>
          </a:prstGeom>
          <a:solidFill>
            <a:srgbClr val="FFFFFF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A637C44-0146-4C54-A1A1-57BC8E6C3C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6738" y="621793"/>
            <a:ext cx="10954512" cy="5614416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241170" y="3755360"/>
            <a:ext cx="9732773" cy="1465112"/>
          </a:xfrm>
        </p:spPr>
        <p:txBody>
          <a:bodyPr>
            <a:normAutofit/>
          </a:bodyPr>
          <a:lstStyle/>
          <a:p>
            <a:r>
              <a:rPr lang="en-US" sz="5100"/>
              <a:t>Conventional Computation v/s Quantum Computation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AB310E7-DE5C-4964-8CBB-E87A22B5B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446824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C6D0BA2-2FCA-496D-A55A-C56A7B3E09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50180" y="446823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A158404-99A1-4EB0-B63C-8744C273AC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941820" y="446823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1848EA8-FE52-4762-AE9B-5D1DD4C33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50180" y="1092118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 descr="Atom">
            <a:extLst>
              <a:ext uri="{FF2B5EF4-FFF2-40B4-BE49-F238E27FC236}">
                <a16:creationId xmlns:a16="http://schemas.microsoft.com/office/drawing/2014/main" id="{2DAE1E60-0778-CF43-3EAC-9886602CEE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92937" y="1395172"/>
            <a:ext cx="2216708" cy="2216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2180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6EE7E08-B389-43E5-B019-1B0A8ACBBD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CPU with binary numbers and blueprint">
            <a:extLst>
              <a:ext uri="{FF2B5EF4-FFF2-40B4-BE49-F238E27FC236}">
                <a16:creationId xmlns:a16="http://schemas.microsoft.com/office/drawing/2014/main" id="{25D17E49-B6E6-8066-A2EA-EA720735999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746" r="20820" b="-2"/>
          <a:stretch/>
        </p:blipFill>
        <p:spPr>
          <a:xfrm>
            <a:off x="20" y="10"/>
            <a:ext cx="6392647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60D94A5-8A09-4BAB-8F7C-69BC34C54D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21267" y="255102"/>
            <a:ext cx="5342133" cy="6361598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1AE32B-3A6E-4C5E-8FEB-73861B9A2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69100" y="393365"/>
            <a:ext cx="5018211" cy="6035547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7064082" y="642594"/>
            <a:ext cx="4472921" cy="1371600"/>
          </a:xfrm>
        </p:spPr>
        <p:txBody>
          <a:bodyPr>
            <a:normAutofit/>
          </a:bodyPr>
          <a:lstStyle/>
          <a:p>
            <a:r>
              <a:rPr lang="en-US" sz="4000"/>
              <a:t>Conventional Computation</a:t>
            </a:r>
          </a:p>
        </p:txBody>
      </p:sp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7064082" y="2103120"/>
            <a:ext cx="4472922" cy="39319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0">
              <a:lnSpc>
                <a:spcPct val="90000"/>
              </a:lnSpc>
            </a:pPr>
            <a:r>
              <a:rPr lang="en-US" b="1"/>
              <a:t>Binary Representation:</a:t>
            </a:r>
            <a:r>
              <a:rPr lang="en-US"/>
              <a:t> Conventional computers use binary digits as the fundamental unit of information</a:t>
            </a:r>
          </a:p>
          <a:p>
            <a:pPr lvl="0">
              <a:lnSpc>
                <a:spcPct val="90000"/>
              </a:lnSpc>
            </a:pPr>
            <a:r>
              <a:rPr lang="en-US" b="1"/>
              <a:t>Deterministic Logic:</a:t>
            </a:r>
            <a:r>
              <a:rPr lang="en-US"/>
              <a:t> Conventional computing operates on deterministic logic, where the outcome of each operation is precisely determined by the input and the logic gates applied</a:t>
            </a:r>
          </a:p>
          <a:p>
            <a:pPr lvl="0">
              <a:lnSpc>
                <a:spcPct val="90000"/>
              </a:lnSpc>
            </a:pPr>
            <a:r>
              <a:rPr lang="en-US" b="1"/>
              <a:t>Sequential Processing:</a:t>
            </a:r>
            <a:r>
              <a:rPr lang="en-US"/>
              <a:t> Conventional computers process information sequentially, executing one instruction at a time</a:t>
            </a:r>
          </a:p>
          <a:p>
            <a:pPr lvl="0">
              <a:lnSpc>
                <a:spcPct val="90000"/>
              </a:lnSpc>
            </a:pPr>
            <a:r>
              <a:rPr lang="en-US" b="1"/>
              <a:t>Classical Physics:</a:t>
            </a:r>
            <a:r>
              <a:rPr lang="en-US"/>
              <a:t> Conventional computing is based on classical physics principles</a:t>
            </a:r>
          </a:p>
        </p:txBody>
      </p:sp>
    </p:spTree>
    <p:extLst>
      <p:ext uri="{BB962C8B-B14F-4D97-AF65-F5344CB8AC3E}">
        <p14:creationId xmlns:p14="http://schemas.microsoft.com/office/powerpoint/2010/main" val="2433907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6EE7E08-B389-43E5-B019-1B0A8ACBBD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312FF9F-9339-3CD8-6711-F1A5F04225D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766" r="36078" b="6250"/>
          <a:stretch/>
        </p:blipFill>
        <p:spPr>
          <a:xfrm>
            <a:off x="20" y="10"/>
            <a:ext cx="6392647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60D94A5-8A09-4BAB-8F7C-69BC34C54D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21267" y="255102"/>
            <a:ext cx="5342133" cy="6361598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1AE32B-3A6E-4C5E-8FEB-73861B9A2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69100" y="393365"/>
            <a:ext cx="5018211" cy="6035547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7064082" y="642594"/>
            <a:ext cx="4472921" cy="1371600"/>
          </a:xfrm>
        </p:spPr>
        <p:txBody>
          <a:bodyPr>
            <a:normAutofit/>
          </a:bodyPr>
          <a:lstStyle/>
          <a:p>
            <a:r>
              <a:rPr lang="en-US" sz="4000"/>
              <a:t>Quantum Computation</a:t>
            </a:r>
          </a:p>
        </p:txBody>
      </p:sp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7064082" y="2103120"/>
            <a:ext cx="4472922" cy="39319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0">
              <a:lnSpc>
                <a:spcPct val="90000"/>
              </a:lnSpc>
            </a:pPr>
            <a:r>
              <a:rPr lang="en-US" b="1"/>
              <a:t>Qubit Representation:</a:t>
            </a:r>
            <a:r>
              <a:rPr lang="en-US"/>
              <a:t> Quantum computers use quantum bits as the fundamental unit of information</a:t>
            </a:r>
          </a:p>
          <a:p>
            <a:pPr lvl="0">
              <a:lnSpc>
                <a:spcPct val="90000"/>
              </a:lnSpc>
            </a:pPr>
            <a:r>
              <a:rPr lang="en-US" b="1"/>
              <a:t>Probabilistic Logic:</a:t>
            </a:r>
            <a:r>
              <a:rPr lang="en-US"/>
              <a:t> Quantum computing operates on probabilistic logic due to the inherent uncertainty of quantum states</a:t>
            </a:r>
          </a:p>
          <a:p>
            <a:pPr lvl="0">
              <a:lnSpc>
                <a:spcPct val="90000"/>
              </a:lnSpc>
            </a:pPr>
            <a:r>
              <a:rPr lang="en-US" b="1"/>
              <a:t>Parallel Processing: </a:t>
            </a:r>
            <a:r>
              <a:rPr lang="en-US"/>
              <a:t>Quantum computers can process information in parallel due to superposition and entanglement</a:t>
            </a:r>
          </a:p>
          <a:p>
            <a:pPr lvl="0">
              <a:lnSpc>
                <a:spcPct val="90000"/>
              </a:lnSpc>
            </a:pPr>
            <a:r>
              <a:rPr lang="en-US" b="1"/>
              <a:t>Quantum Mechanics: </a:t>
            </a:r>
            <a:r>
              <a:rPr lang="en-US"/>
              <a:t>Quantum computing is based on the principles of quantum mechanics, including concepts such as superposition, entanglement, and interference</a:t>
            </a:r>
          </a:p>
        </p:txBody>
      </p:sp>
    </p:spTree>
    <p:extLst>
      <p:ext uri="{BB962C8B-B14F-4D97-AF65-F5344CB8AC3E}">
        <p14:creationId xmlns:p14="http://schemas.microsoft.com/office/powerpoint/2010/main" val="1761563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F40FBDA-CEB1-40F0-9AB9-BD9C402D70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Illuminated server room panel">
            <a:extLst>
              <a:ext uri="{FF2B5EF4-FFF2-40B4-BE49-F238E27FC236}">
                <a16:creationId xmlns:a16="http://schemas.microsoft.com/office/drawing/2014/main" id="{14AB204A-1CAD-235F-7B07-FDF46AF3F28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5000"/>
          </a:blip>
          <a:srcRect t="15605" r="-2" b="-2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344D4FE-ABEF-4230-9E4E-AD5782FC7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noFill/>
          <a:ln w="9525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>
            <a:softEdge rad="0"/>
          </a:effectLst>
        </p:spPr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769532" y="2091263"/>
            <a:ext cx="8652938" cy="2461504"/>
          </a:xfrm>
        </p:spPr>
        <p:txBody>
          <a:bodyPr>
            <a:normAutofit/>
          </a:bodyPr>
          <a:lstStyle/>
          <a:p>
            <a:r>
              <a:rPr lang="en-US" sz="5800"/>
              <a:t>Conventional Computing Stack v/s Quantum Computing Stack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325F979-D3F9-4926-81B7-7ACCB31A50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9525" cap="sq" cmpd="sng" algn="ctr">
            <a:solidFill>
              <a:schemeClr val="tx1">
                <a:lumMod val="75000"/>
                <a:lumOff val="25000"/>
                <a:alpha val="80000"/>
              </a:schemeClr>
            </a:solidFill>
            <a:prstDash val="solid"/>
            <a:miter lim="800000"/>
          </a:ln>
          <a:effectLst/>
        </p:spPr>
      </p:sp>
    </p:spTree>
    <p:extLst>
      <p:ext uri="{BB962C8B-B14F-4D97-AF65-F5344CB8AC3E}">
        <p14:creationId xmlns:p14="http://schemas.microsoft.com/office/powerpoint/2010/main" val="3553824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0EB72A9B-FD82-4F09-BF1E-D39311D3A0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D39B371-6E4E-4070-AB4E-4D788405A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937DAED-8BFE-4563-BB45-B5E554D70A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066800" y="642594"/>
            <a:ext cx="10058400" cy="1371600"/>
          </a:xfrm>
        </p:spPr>
        <p:txBody>
          <a:bodyPr>
            <a:normAutofit/>
          </a:bodyPr>
          <a:lstStyle/>
          <a:p>
            <a:pPr algn="ctr"/>
            <a:r>
              <a:rPr lang="en-US"/>
              <a:t>Conventional Computing Stack</a:t>
            </a:r>
          </a:p>
        </p:txBody>
      </p:sp>
      <p:graphicFrame>
        <p:nvGraphicFramePr>
          <p:cNvPr id="6" name="Content Placeholder">
            <a:extLst>
              <a:ext uri="{FF2B5EF4-FFF2-40B4-BE49-F238E27FC236}">
                <a16:creationId xmlns:a16="http://schemas.microsoft.com/office/drawing/2014/main" id="{83FAE274-A669-469B-153D-1DE77C1820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13212794"/>
              </p:ext>
            </p:extLst>
          </p:nvPr>
        </p:nvGraphicFramePr>
        <p:xfrm>
          <a:off x="1066800" y="2310063"/>
          <a:ext cx="10058400" cy="3725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768861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2AD6B69-E0A0-476D-9EE1-6B69F04C5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BE10A1-AD5F-4AB3-8A94-41D62B494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4419599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573409" y="559477"/>
            <a:ext cx="3765200" cy="5709931"/>
          </a:xfrm>
        </p:spPr>
        <p:txBody>
          <a:bodyPr>
            <a:normAutofit/>
          </a:bodyPr>
          <a:lstStyle/>
          <a:p>
            <a:pPr algn="ctr"/>
            <a:r>
              <a:rPr lang="en-US"/>
              <a:t>2. Software Layer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684BFFE-6A90-4311-ACD5-B34177D464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4122323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graphicFrame>
        <p:nvGraphicFramePr>
          <p:cNvPr id="6" name="Content Placeholder">
            <a:extLst>
              <a:ext uri="{FF2B5EF4-FFF2-40B4-BE49-F238E27FC236}">
                <a16:creationId xmlns:a16="http://schemas.microsoft.com/office/drawing/2014/main" id="{A037B503-608E-E0D3-48A3-2C9DD94F5A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78918025"/>
              </p:ext>
            </p:extLst>
          </p:nvPr>
        </p:nvGraphicFramePr>
        <p:xfrm>
          <a:off x="5478124" y="800947"/>
          <a:ext cx="5906181" cy="52307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263341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D15573D-0E45-4691-B525-471152EC1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E448559-19A4-4252-8C27-54C1DA906F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4419599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B19C35E-4E30-4F1D-9FC2-F2FA6191E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819" y="466344"/>
            <a:ext cx="3959352" cy="592531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17971-87ED-24AE-E44D-79781466C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240" y="875324"/>
            <a:ext cx="3536510" cy="5093520"/>
          </a:xfrm>
        </p:spPr>
        <p:txBody>
          <a:bodyPr>
            <a:normAutofit/>
          </a:bodyPr>
          <a:lstStyle/>
          <a:p>
            <a:pPr algn="ctr"/>
            <a:r>
              <a:rPr lang="en-US" sz="4400" b="1" i="1">
                <a:solidFill>
                  <a:schemeClr val="tx1"/>
                </a:solidFill>
                <a:ea typeface="+mj-lt"/>
                <a:cs typeface="+mj-lt"/>
              </a:rPr>
              <a:t>Quantum Computing Stack:</a:t>
            </a:r>
            <a:endParaRPr lang="en-US" sz="4400">
              <a:solidFill>
                <a:schemeClr val="tx1"/>
              </a:solidFill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B95AAF-D07F-BDDE-12AC-B5864A5B8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78124" y="559477"/>
            <a:ext cx="5647076" cy="547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400" b="1">
                <a:latin typeface="Segoe UI"/>
                <a:cs typeface="Segoe UI"/>
              </a:rPr>
              <a:t>1. Hardware Layer:</a:t>
            </a:r>
            <a:endParaRPr lang="en-US" sz="1400">
              <a:latin typeface="Segoe UI"/>
              <a:cs typeface="Segoe UI"/>
            </a:endParaRPr>
          </a:p>
          <a:p>
            <a:pPr>
              <a:lnSpc>
                <a:spcPct val="90000"/>
              </a:lnSpc>
              <a:buClr>
                <a:srgbClr val="262626"/>
              </a:buClr>
            </a:pPr>
            <a:r>
              <a:rPr lang="en-US" sz="1400" b="1">
                <a:latin typeface="Segoe UI"/>
                <a:cs typeface="Segoe UI"/>
              </a:rPr>
              <a:t>   Quantum Processor:</a:t>
            </a:r>
            <a:r>
              <a:rPr lang="en-US" sz="1400">
                <a:latin typeface="Segoe UI"/>
                <a:cs typeface="Segoe UI"/>
              </a:rPr>
              <a:t> Quantum bits (qubits) implemented using physical systems such as superconducting circuits, trapped ions, or photonic systems.</a:t>
            </a:r>
          </a:p>
          <a:p>
            <a:pPr>
              <a:lnSpc>
                <a:spcPct val="90000"/>
              </a:lnSpc>
              <a:buClr>
                <a:srgbClr val="262626"/>
              </a:buClr>
            </a:pPr>
            <a:r>
              <a:rPr lang="en-US" sz="1400" b="1">
                <a:latin typeface="Segoe UI"/>
                <a:cs typeface="Segoe UI"/>
              </a:rPr>
              <a:t>   Quantum Memory: </a:t>
            </a:r>
            <a:r>
              <a:rPr lang="en-US" sz="1400">
                <a:latin typeface="Segoe UI"/>
                <a:cs typeface="Segoe UI"/>
              </a:rPr>
              <a:t>Temporary storage of quantum information required for quantum algorithms and operations.</a:t>
            </a:r>
          </a:p>
          <a:p>
            <a:pPr>
              <a:lnSpc>
                <a:spcPct val="90000"/>
              </a:lnSpc>
              <a:buClr>
                <a:srgbClr val="262626"/>
              </a:buClr>
            </a:pPr>
            <a:r>
              <a:rPr lang="en-US" sz="1400">
                <a:latin typeface="Segoe UI"/>
                <a:cs typeface="Segoe UI"/>
              </a:rPr>
              <a:t>  </a:t>
            </a:r>
            <a:r>
              <a:rPr lang="en-US" sz="1400" b="1">
                <a:latin typeface="Segoe UI"/>
                <a:cs typeface="Segoe UI"/>
              </a:rPr>
              <a:t> Classical Control Systems: </a:t>
            </a:r>
            <a:r>
              <a:rPr lang="en-US" sz="1400">
                <a:latin typeface="Segoe UI"/>
                <a:cs typeface="Segoe UI"/>
              </a:rPr>
              <a:t>Classical computers are used to control and read out the state of quantum systems.</a:t>
            </a:r>
          </a:p>
          <a:p>
            <a:pPr>
              <a:lnSpc>
                <a:spcPct val="90000"/>
              </a:lnSpc>
              <a:buClr>
                <a:srgbClr val="262626"/>
              </a:buClr>
            </a:pPr>
            <a:endParaRPr lang="en-US" sz="1400">
              <a:latin typeface="Segoe UI"/>
              <a:cs typeface="Segoe UI"/>
            </a:endParaRPr>
          </a:p>
          <a:p>
            <a:pPr>
              <a:lnSpc>
                <a:spcPct val="90000"/>
              </a:lnSpc>
              <a:buClr>
                <a:srgbClr val="262626"/>
              </a:buClr>
            </a:pPr>
            <a:endParaRPr lang="en-US" sz="1400">
              <a:latin typeface="Segoe UI"/>
              <a:cs typeface="Segoe UI"/>
            </a:endParaRPr>
          </a:p>
          <a:p>
            <a:pPr marL="0" indent="0">
              <a:lnSpc>
                <a:spcPct val="90000"/>
              </a:lnSpc>
              <a:buClr>
                <a:srgbClr val="262626"/>
              </a:buClr>
              <a:buNone/>
            </a:pPr>
            <a:r>
              <a:rPr lang="en-US" sz="1400" b="1">
                <a:latin typeface="Segoe UI"/>
                <a:cs typeface="Segoe UI"/>
              </a:rPr>
              <a:t>2. Software Layer:</a:t>
            </a:r>
            <a:endParaRPr lang="en-US" sz="1400">
              <a:latin typeface="Segoe UI"/>
              <a:cs typeface="Segoe UI"/>
            </a:endParaRPr>
          </a:p>
          <a:p>
            <a:pPr>
              <a:lnSpc>
                <a:spcPct val="90000"/>
              </a:lnSpc>
              <a:buClr>
                <a:srgbClr val="262626"/>
              </a:buClr>
            </a:pPr>
            <a:r>
              <a:rPr lang="en-US" sz="1400">
                <a:latin typeface="Segoe UI"/>
                <a:cs typeface="Segoe UI"/>
              </a:rPr>
              <a:t> </a:t>
            </a:r>
            <a:r>
              <a:rPr lang="en-US" sz="1400" b="1">
                <a:latin typeface="Segoe UI"/>
                <a:cs typeface="Segoe UI"/>
              </a:rPr>
              <a:t>  Quantum Programming Languages:</a:t>
            </a:r>
            <a:r>
              <a:rPr lang="en-US" sz="1400">
                <a:latin typeface="Segoe UI"/>
                <a:cs typeface="Segoe UI"/>
              </a:rPr>
              <a:t> High-level languages tailored for expressing quantum algorithms (e.g., </a:t>
            </a:r>
            <a:r>
              <a:rPr lang="en-US" sz="1400" err="1">
                <a:latin typeface="Segoe UI"/>
                <a:cs typeface="Segoe UI"/>
              </a:rPr>
              <a:t>Qiskit</a:t>
            </a:r>
            <a:r>
              <a:rPr lang="en-US" sz="1400">
                <a:latin typeface="Segoe UI"/>
                <a:cs typeface="Segoe UI"/>
              </a:rPr>
              <a:t>, Cirq).</a:t>
            </a:r>
          </a:p>
          <a:p>
            <a:pPr>
              <a:lnSpc>
                <a:spcPct val="90000"/>
              </a:lnSpc>
              <a:buClr>
                <a:srgbClr val="262626"/>
              </a:buClr>
            </a:pPr>
            <a:r>
              <a:rPr lang="en-US" sz="1400">
                <a:latin typeface="Segoe UI"/>
                <a:cs typeface="Segoe UI"/>
              </a:rPr>
              <a:t>  </a:t>
            </a:r>
            <a:r>
              <a:rPr lang="en-US" sz="1400" b="1">
                <a:latin typeface="Segoe UI"/>
                <a:cs typeface="Segoe UI"/>
              </a:rPr>
              <a:t> Quantum Circuit Design Tools:</a:t>
            </a:r>
            <a:r>
              <a:rPr lang="en-US" sz="1400">
                <a:latin typeface="Segoe UI"/>
                <a:cs typeface="Segoe UI"/>
              </a:rPr>
              <a:t> Software for designing and simulating quantum circuits (e.g., IBM Quantum Composer, Quirk).</a:t>
            </a:r>
          </a:p>
          <a:p>
            <a:pPr>
              <a:lnSpc>
                <a:spcPct val="90000"/>
              </a:lnSpc>
              <a:buClr>
                <a:srgbClr val="262626"/>
              </a:buClr>
            </a:pPr>
            <a:r>
              <a:rPr lang="en-US" sz="1400" b="1">
                <a:latin typeface="Segoe UI"/>
                <a:cs typeface="Segoe UI"/>
              </a:rPr>
              <a:t>  Quantum Algorithms and Libraries:</a:t>
            </a:r>
            <a:r>
              <a:rPr lang="en-US" sz="1400">
                <a:latin typeface="Segoe UI"/>
                <a:cs typeface="Segoe UI"/>
              </a:rPr>
              <a:t> Implementations of quantum algorithms (e.g., Shor's algorithm, Grover's algorithm) and libraries for quantum simulation and optimization.</a:t>
            </a:r>
          </a:p>
          <a:p>
            <a:pPr>
              <a:lnSpc>
                <a:spcPct val="90000"/>
              </a:lnSpc>
              <a:buClr>
                <a:srgbClr val="262626"/>
              </a:buClr>
            </a:pPr>
            <a:r>
              <a:rPr lang="en-US" sz="1400" b="1">
                <a:latin typeface="Segoe UI"/>
                <a:cs typeface="Segoe UI"/>
              </a:rPr>
              <a:t>  Classical-Quantum Interface</a:t>
            </a:r>
            <a:r>
              <a:rPr lang="en-US" sz="1400">
                <a:latin typeface="Segoe UI"/>
                <a:cs typeface="Segoe UI"/>
              </a:rPr>
              <a:t>: Software for interfacing between classical control systems and quantum processors, handling tasks such as error correction, noise mitigation, and measurement.</a:t>
            </a:r>
          </a:p>
          <a:p>
            <a:pPr>
              <a:lnSpc>
                <a:spcPct val="90000"/>
              </a:lnSpc>
              <a:buClr>
                <a:srgbClr val="262626"/>
              </a:buClr>
            </a:pP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32244215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B72A9B-FD82-4F09-BF1E-D39311D3A0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D39B371-6E4E-4070-AB4E-4D788405A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937DAED-8BFE-4563-BB45-B5E554D70A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F2F760-AABF-3DDD-22F6-9A5274A34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>
            <a:normAutofit/>
          </a:bodyPr>
          <a:lstStyle/>
          <a:p>
            <a:pPr algn="ctr"/>
            <a:r>
              <a:rPr lang="en-US" b="1">
                <a:ea typeface="+mj-lt"/>
                <a:cs typeface="+mj-lt"/>
              </a:rPr>
              <a:t>Quantum Computer Applications</a:t>
            </a:r>
            <a:endParaRPr lang="en-US">
              <a:ea typeface="+mj-lt"/>
              <a:cs typeface="+mj-lt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7B6C64B-9924-7988-9742-809BDFAD78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78591380"/>
              </p:ext>
            </p:extLst>
          </p:nvPr>
        </p:nvGraphicFramePr>
        <p:xfrm>
          <a:off x="1152740" y="2247040"/>
          <a:ext cx="10058400" cy="3725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062982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2AD6B69-E0A0-476D-9EE1-6B69F04C5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BE10A1-AD5F-4AB3-8A94-41D62B494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4419599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573409" y="559477"/>
            <a:ext cx="3765200" cy="5709931"/>
          </a:xfrm>
        </p:spPr>
        <p:txBody>
          <a:bodyPr>
            <a:normAutofit/>
          </a:bodyPr>
          <a:lstStyle/>
          <a:p>
            <a:pPr algn="ctr"/>
            <a:r>
              <a:rPr lang="en-US"/>
              <a:t>How to physically generate Qubits?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684BFFE-6A90-4311-ACD5-B34177D464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4122323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graphicFrame>
        <p:nvGraphicFramePr>
          <p:cNvPr id="6" name="Content Placeholder">
            <a:extLst>
              <a:ext uri="{FF2B5EF4-FFF2-40B4-BE49-F238E27FC236}">
                <a16:creationId xmlns:a16="http://schemas.microsoft.com/office/drawing/2014/main" id="{080288BC-B2F6-71CE-59A0-AC892A9FE0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607384"/>
              </p:ext>
            </p:extLst>
          </p:nvPr>
        </p:nvGraphicFramePr>
        <p:xfrm>
          <a:off x="5478124" y="800947"/>
          <a:ext cx="5906181" cy="52307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831307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18E3D-7C86-588A-9614-BF8A41ABE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9450" y="727627"/>
            <a:ext cx="4957553" cy="1645920"/>
          </a:xfrm>
        </p:spPr>
        <p:txBody>
          <a:bodyPr>
            <a:normAutofit/>
          </a:bodyPr>
          <a:lstStyle/>
          <a:p>
            <a:r>
              <a:rPr lang="en-US" b="1">
                <a:ea typeface="+mj-lt"/>
                <a:cs typeface="+mj-lt"/>
              </a:rPr>
              <a:t>How to physically generate Qubits?</a:t>
            </a:r>
            <a:endParaRPr lang="en-US">
              <a:ea typeface="+mj-lt"/>
              <a:cs typeface="+mj-lt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BB6B01-5B73-410C-B70E-8CF2FA470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8836" y="721224"/>
            <a:ext cx="5367164" cy="5415552"/>
          </a:xfrm>
          <a:prstGeom prst="rect">
            <a:avLst/>
          </a:prstGeom>
          <a:solidFill>
            <a:srgbClr val="FFFFFF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12F587-12D0-435C-8E3F-F44C36EE71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5217" y="892220"/>
            <a:ext cx="5054517" cy="5097085"/>
          </a:xfrm>
          <a:prstGeom prst="rect">
            <a:avLst/>
          </a:prstGeom>
          <a:noFill/>
          <a:ln w="6350" cap="sq" cmpd="sng" algn="ctr">
            <a:solidFill>
              <a:srgbClr val="404040"/>
            </a:solidFill>
            <a:prstDash val="solid"/>
            <a:miter lim="800000"/>
          </a:ln>
          <a:effectLst/>
        </p:spPr>
      </p:sp>
      <p:pic>
        <p:nvPicPr>
          <p:cNvPr id="7" name="Graphic 6" descr="Radioactive Sign">
            <a:extLst>
              <a:ext uri="{FF2B5EF4-FFF2-40B4-BE49-F238E27FC236}">
                <a16:creationId xmlns:a16="http://schemas.microsoft.com/office/drawing/2014/main" id="{EFE86121-50F9-E9CC-0980-6CD0426D75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5256" y="1230863"/>
            <a:ext cx="4414438" cy="441443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3703B2-9965-610E-CDF0-2AA9532E8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9450" y="2538919"/>
            <a:ext cx="4957554" cy="349612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b="1" i="1">
                <a:ea typeface="+mn-lt"/>
                <a:cs typeface="+mn-lt"/>
              </a:rPr>
              <a:t>1. Superconducting Qubits:</a:t>
            </a:r>
            <a:r>
              <a:rPr lang="en-US" b="1">
                <a:ea typeface="+mn-lt"/>
                <a:cs typeface="+mn-lt"/>
              </a:rPr>
              <a:t> </a:t>
            </a:r>
            <a:endParaRPr lang="en-US">
              <a:ea typeface="+mn-lt"/>
              <a:cs typeface="+mn-lt"/>
            </a:endParaRPr>
          </a:p>
          <a:p>
            <a:pPr>
              <a:buClr>
                <a:srgbClr val="262626"/>
              </a:buClr>
            </a:pPr>
            <a:r>
              <a:rPr lang="en-US" b="1" i="1">
                <a:ea typeface="+mn-lt"/>
                <a:cs typeface="+mn-lt"/>
              </a:rPr>
              <a:t>2. Trapped Ions:</a:t>
            </a:r>
          </a:p>
          <a:p>
            <a:pPr>
              <a:buClr>
                <a:srgbClr val="262626"/>
              </a:buClr>
            </a:pPr>
            <a:r>
              <a:rPr lang="en-US" b="1" i="1">
                <a:ea typeface="+mn-lt"/>
                <a:cs typeface="+mn-lt"/>
              </a:rPr>
              <a:t>3. Quantum Dots:</a:t>
            </a:r>
          </a:p>
          <a:p>
            <a:pPr>
              <a:buClr>
                <a:srgbClr val="262626"/>
              </a:buClr>
            </a:pPr>
            <a:r>
              <a:rPr lang="en-US" b="1" i="1">
                <a:ea typeface="+mn-lt"/>
                <a:cs typeface="+mn-lt"/>
              </a:rPr>
              <a:t>4. Neutral Atoms:</a:t>
            </a:r>
            <a:r>
              <a:rPr lang="en-US" i="1">
                <a:ea typeface="+mn-lt"/>
                <a:cs typeface="+mn-lt"/>
              </a:rPr>
              <a:t> </a:t>
            </a:r>
            <a:endParaRPr lang="en-US" b="1" i="1">
              <a:ea typeface="+mn-lt"/>
              <a:cs typeface="+mn-lt"/>
            </a:endParaRPr>
          </a:p>
          <a:p>
            <a:pPr>
              <a:buClr>
                <a:srgbClr val="262626"/>
              </a:buClr>
            </a:pPr>
            <a:r>
              <a:rPr lang="en-US" b="1" i="1">
                <a:ea typeface="+mn-lt"/>
                <a:cs typeface="+mn-lt"/>
              </a:rPr>
              <a:t>5. Nuclear Magnetic Resonance (NMR):</a:t>
            </a:r>
            <a:r>
              <a:rPr lang="en-US" i="1">
                <a:ea typeface="+mn-lt"/>
                <a:cs typeface="+mn-lt"/>
              </a:rPr>
              <a:t> </a:t>
            </a:r>
            <a:endParaRPr lang="en-US" i="1"/>
          </a:p>
        </p:txBody>
      </p:sp>
    </p:spTree>
    <p:extLst>
      <p:ext uri="{BB962C8B-B14F-4D97-AF65-F5344CB8AC3E}">
        <p14:creationId xmlns:p14="http://schemas.microsoft.com/office/powerpoint/2010/main" val="464884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F40FBDA-CEB1-40F0-9AB9-BD9C402D70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n unlit lightbulb with colourful background lights">
            <a:extLst>
              <a:ext uri="{FF2B5EF4-FFF2-40B4-BE49-F238E27FC236}">
                <a16:creationId xmlns:a16="http://schemas.microsoft.com/office/drawing/2014/main" id="{A1969C89-6660-7C5A-7F80-3C086E4A3FE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5000"/>
          </a:blip>
          <a:srcRect t="15128" r="-2" b="475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344D4FE-ABEF-4230-9E4E-AD5782FC7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noFill/>
          <a:ln w="9525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>
            <a:softEdge rad="0"/>
          </a:effectLst>
        </p:spPr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769532" y="2091263"/>
            <a:ext cx="8652938" cy="2461504"/>
          </a:xfrm>
        </p:spPr>
        <p:txBody>
          <a:bodyPr>
            <a:normAutofit/>
          </a:bodyPr>
          <a:lstStyle/>
          <a:p>
            <a:r>
              <a:rPr lang="en-US"/>
              <a:t>Qubit Generation using light photon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325F979-D3F9-4926-81B7-7ACCB31A50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9525" cap="sq" cmpd="sng" algn="ctr">
            <a:solidFill>
              <a:schemeClr val="tx1">
                <a:lumMod val="75000"/>
                <a:lumOff val="25000"/>
                <a:alpha val="80000"/>
              </a:schemeClr>
            </a:solidFill>
            <a:prstDash val="solid"/>
            <a:miter lim="800000"/>
          </a:ln>
          <a:effectLst/>
        </p:spPr>
      </p:sp>
    </p:spTree>
    <p:extLst>
      <p:ext uri="{BB962C8B-B14F-4D97-AF65-F5344CB8AC3E}">
        <p14:creationId xmlns:p14="http://schemas.microsoft.com/office/powerpoint/2010/main" val="1743275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04DB13E-F722-4ED6-BB00-556651E95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6A413F7-FFE1-42E7-8C6C-E9CCC477F8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E0B0FD-3413-40CC-A7D8-6A5058608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0C4C044-5B1C-40C8-8C7B-AA5E6D879D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26428D7-C6F3-473D-A360-A3F5C3E87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0163F5F-1439-4827-8F7A-B08BDDEFB9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A677414-C3D2-4430-876D-9092D633F5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9181D20-1D81-447D-9854-10DDB10D54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A6020133-135E-4D08-9F4A-D76B87578C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diagram of a mirror&#10;&#10;Description automatically generated">
            <a:extLst>
              <a:ext uri="{FF2B5EF4-FFF2-40B4-BE49-F238E27FC236}">
                <a16:creationId xmlns:a16="http://schemas.microsoft.com/office/drawing/2014/main" id="{2F1497F4-1B5F-801B-8F1D-48FF90C3C5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8" y="917662"/>
            <a:ext cx="5130796" cy="2898898"/>
          </a:xfrm>
          <a:prstGeom prst="rect">
            <a:avLst/>
          </a:prstGeom>
        </p:spPr>
      </p:pic>
      <p:pic>
        <p:nvPicPr>
          <p:cNvPr id="5" name="Picture 4" descr="A diagram of a mirror&#10;&#10;Description automatically generated">
            <a:extLst>
              <a:ext uri="{FF2B5EF4-FFF2-40B4-BE49-F238E27FC236}">
                <a16:creationId xmlns:a16="http://schemas.microsoft.com/office/drawing/2014/main" id="{9793810F-2340-C0CD-35EF-0D816B394E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7734" y="1623145"/>
            <a:ext cx="5130799" cy="1487931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0E7CA313-2F4B-4574-8399-12EF6A1BF2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606119"/>
            <a:ext cx="12192000" cy="225188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644B391-9BFE-445C-A9EC-F544BB85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30074"/>
            <a:ext cx="12192000" cy="2327925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0F26E69-87D9-4655-AE7B-280A87AA3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6116" y="4692768"/>
            <a:ext cx="11859768" cy="2002536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85807C-4C95-51D8-3291-F8728FAFB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723" y="4956811"/>
            <a:ext cx="11439414" cy="89743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83000"/>
              </a:lnSpc>
            </a:pPr>
            <a:endParaRPr lang="en-US" sz="3100" cap="all" spc="-100">
              <a:solidFill>
                <a:schemeClr val="tx1"/>
              </a:solidFill>
            </a:endParaRPr>
          </a:p>
          <a:p>
            <a:pPr algn="ctr">
              <a:lnSpc>
                <a:spcPct val="83000"/>
              </a:lnSpc>
            </a:pPr>
            <a:r>
              <a:rPr lang="en-US" sz="3100" cap="all" spc="-100">
                <a:solidFill>
                  <a:schemeClr val="tx1"/>
                </a:solidFill>
              </a:rPr>
              <a:t>Qubit Generation using light photon</a:t>
            </a:r>
          </a:p>
          <a:p>
            <a:pPr algn="ctr">
              <a:lnSpc>
                <a:spcPct val="83000"/>
              </a:lnSpc>
            </a:pPr>
            <a:endParaRPr lang="en-US" sz="3100" cap="all" spc="-100">
              <a:solidFill>
                <a:schemeClr val="tx1"/>
              </a:solidFill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5EECEE2-745A-4C3E-9A46-1B2ACCDC0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6000" y="1493533"/>
            <a:ext cx="0" cy="1747157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52469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EB72A9B-FD82-4F09-BF1E-D39311D3A0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D39B371-6E4E-4070-AB4E-4D788405A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937DAED-8BFE-4563-BB45-B5E554D70A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066800" y="642594"/>
            <a:ext cx="10058400" cy="1371600"/>
          </a:xfrm>
        </p:spPr>
        <p:txBody>
          <a:bodyPr>
            <a:normAutofit/>
          </a:bodyPr>
          <a:lstStyle/>
          <a:p>
            <a:pPr algn="ctr"/>
            <a:r>
              <a:rPr lang="en-US"/>
              <a:t>Wave-Particle Duality</a:t>
            </a:r>
          </a:p>
        </p:txBody>
      </p:sp>
      <p:graphicFrame>
        <p:nvGraphicFramePr>
          <p:cNvPr id="6" name="Content Placeholder">
            <a:extLst>
              <a:ext uri="{FF2B5EF4-FFF2-40B4-BE49-F238E27FC236}">
                <a16:creationId xmlns:a16="http://schemas.microsoft.com/office/drawing/2014/main" id="{CC416FC2-8B26-28F4-2821-75FD6CDDB4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94927"/>
              </p:ext>
            </p:extLst>
          </p:nvPr>
        </p:nvGraphicFramePr>
        <p:xfrm>
          <a:off x="1066800" y="2310063"/>
          <a:ext cx="10058400" cy="3725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881801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6EE7E08-B389-43E5-B019-1B0A8ACBBD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Circular maze labyrinth">
            <a:extLst>
              <a:ext uri="{FF2B5EF4-FFF2-40B4-BE49-F238E27FC236}">
                <a16:creationId xmlns:a16="http://schemas.microsoft.com/office/drawing/2014/main" id="{1A52A565-AD52-E6DE-C2A5-C22B4E327C0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7870" b="-3"/>
          <a:stretch/>
        </p:blipFill>
        <p:spPr>
          <a:xfrm>
            <a:off x="20" y="10"/>
            <a:ext cx="6392647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60D94A5-8A09-4BAB-8F7C-69BC34C54D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21267" y="255102"/>
            <a:ext cx="5342133" cy="6361598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1AE32B-3A6E-4C5E-8FEB-73861B9A2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69100" y="393365"/>
            <a:ext cx="5018211" cy="6035547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7064082" y="642594"/>
            <a:ext cx="4472921" cy="1371600"/>
          </a:xfrm>
        </p:spPr>
        <p:txBody>
          <a:bodyPr>
            <a:normAutofit/>
          </a:bodyPr>
          <a:lstStyle/>
          <a:p>
            <a:r>
              <a:rPr lang="en-US" sz="4000"/>
              <a:t>Young's double-slit experiment</a:t>
            </a:r>
          </a:p>
        </p:txBody>
      </p:sp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7064082" y="2103120"/>
            <a:ext cx="4472922" cy="3931920"/>
          </a:xfrm>
        </p:spPr>
        <p:txBody>
          <a:bodyPr>
            <a:normAutofit/>
          </a:bodyPr>
          <a:lstStyle/>
          <a:p>
            <a:pPr lvl="0"/>
            <a:r>
              <a:rPr lang="en-US"/>
              <a:t>The double-slit experiment demonstrates that particles, such as electrons or photons, can exhibit wave-like interference patterns when passing through two slits, even when sent through one at a time</a:t>
            </a:r>
          </a:p>
          <a:p>
            <a:pPr lvl="0"/>
            <a:r>
              <a:rPr lang="en-US"/>
              <a:t>The Young's double-slit experiment is a classic demonstration of the wave-like nature of light and other quantum particles</a:t>
            </a:r>
          </a:p>
          <a:p>
            <a:pPr lvl="0"/>
            <a:r>
              <a:rPr lang="en-US"/>
              <a:t>It was first performed by Thomas Young in 1801 and remains one of the most fundamental experiments in the history of physics</a:t>
            </a:r>
          </a:p>
        </p:txBody>
      </p:sp>
    </p:spTree>
    <p:extLst>
      <p:ext uri="{BB962C8B-B14F-4D97-AF65-F5344CB8AC3E}">
        <p14:creationId xmlns:p14="http://schemas.microsoft.com/office/powerpoint/2010/main" val="5579046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2AD6B69-E0A0-476D-9EE1-6B69F04C5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BE10A1-AD5F-4AB3-8A94-41D62B494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4419599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573409" y="559477"/>
            <a:ext cx="3765200" cy="5709931"/>
          </a:xfrm>
        </p:spPr>
        <p:txBody>
          <a:bodyPr>
            <a:normAutofit/>
          </a:bodyPr>
          <a:lstStyle/>
          <a:p>
            <a:pPr algn="ctr"/>
            <a:r>
              <a:rPr lang="en-US"/>
              <a:t>Here's a simplified explanation of the experiment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684BFFE-6A90-4311-ACD5-B34177D464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4122323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graphicFrame>
        <p:nvGraphicFramePr>
          <p:cNvPr id="6" name="Content Placeholder">
            <a:extLst>
              <a:ext uri="{FF2B5EF4-FFF2-40B4-BE49-F238E27FC236}">
                <a16:creationId xmlns:a16="http://schemas.microsoft.com/office/drawing/2014/main" id="{A4AD3C32-A66A-30F9-6ED1-7290F30FDF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49435287"/>
              </p:ext>
            </p:extLst>
          </p:nvPr>
        </p:nvGraphicFramePr>
        <p:xfrm>
          <a:off x="5478124" y="800947"/>
          <a:ext cx="5906181" cy="52307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995581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AnalogousFromRegularSeedLeftStep">
      <a:dk1>
        <a:srgbClr val="000000"/>
      </a:dk1>
      <a:lt1>
        <a:srgbClr val="FFFFFF"/>
      </a:lt1>
      <a:dk2>
        <a:srgbClr val="1B2C30"/>
      </a:dk2>
      <a:lt2>
        <a:srgbClr val="F2F3F0"/>
      </a:lt2>
      <a:accent1>
        <a:srgbClr val="8B40D0"/>
      </a:accent1>
      <a:accent2>
        <a:srgbClr val="5042C4"/>
      </a:accent2>
      <a:accent3>
        <a:srgbClr val="406CD0"/>
      </a:accent3>
      <a:accent4>
        <a:srgbClr val="2E96BE"/>
      </a:accent4>
      <a:accent5>
        <a:srgbClr val="3BC0AD"/>
      </a:accent5>
      <a:accent6>
        <a:srgbClr val="2EBE6E"/>
      </a:accent6>
      <a:hlink>
        <a:srgbClr val="649A33"/>
      </a:hlink>
      <a:folHlink>
        <a:srgbClr val="7F7F7F"/>
      </a:folHlink>
    </a:clrScheme>
    <a:fontScheme name="Savon">
      <a:majorFont>
        <a:latin typeface="Garamond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VTI" id="{A72E8C35-66DD-49F8-AF66-813F19B983AE}" vid="{93CCBC76-B7A1-4C3D-93EA-5CE34C4670F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E593284A287C84FB43572788B04EE62" ma:contentTypeVersion="11" ma:contentTypeDescription="Create a new document." ma:contentTypeScope="" ma:versionID="6f2171137efbc55e2ff98f75239ff3fc">
  <xsd:schema xmlns:xsd="http://www.w3.org/2001/XMLSchema" xmlns:xs="http://www.w3.org/2001/XMLSchema" xmlns:p="http://schemas.microsoft.com/office/2006/metadata/properties" xmlns:ns2="e59421ec-641c-45a7-9f4c-6677756c5391" xmlns:ns3="671ece8c-0b49-4765-bc52-a6b6e1d5f601" targetNamespace="http://schemas.microsoft.com/office/2006/metadata/properties" ma:root="true" ma:fieldsID="d95d1e602fbbd48edce29862b685009b" ns2:_="" ns3:_="">
    <xsd:import namespace="e59421ec-641c-45a7-9f4c-6677756c5391"/>
    <xsd:import namespace="671ece8c-0b49-4765-bc52-a6b6e1d5f60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9421ec-641c-45a7-9f4c-6677756c53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dcd7462e-62a1-445b-83df-7bbe39f9dfb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1ece8c-0b49-4765-bc52-a6b6e1d5f601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0529d9b8-2720-406e-9a59-8115c1bab367}" ma:internalName="TaxCatchAll" ma:showField="CatchAllData" ma:web="671ece8c-0b49-4765-bc52-a6b6e1d5f60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71ece8c-0b49-4765-bc52-a6b6e1d5f601" xsi:nil="true"/>
    <lcf76f155ced4ddcb4097134ff3c332f xmlns="e59421ec-641c-45a7-9f4c-6677756c5391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161FF28-6C04-4AE1-8ABC-0F155FA5A226}"/>
</file>

<file path=customXml/itemProps2.xml><?xml version="1.0" encoding="utf-8"?>
<ds:datastoreItem xmlns:ds="http://schemas.openxmlformats.org/officeDocument/2006/customXml" ds:itemID="{7BA8D2B9-83EB-4727-9784-B0DD06F322A1}">
  <ds:schemaRefs>
    <ds:schemaRef ds:uri="http://schemas.microsoft.com/office/2006/metadata/properties"/>
    <ds:schemaRef ds:uri="http://schemas.microsoft.com/office/infopath/2007/PartnerControls"/>
    <ds:schemaRef ds:uri="41fd78b0-4224-41e8-918e-65b2b82752cd"/>
    <ds:schemaRef ds:uri="ffc2399a-4dad-4eab-b8c8-ee7d4d9d3389"/>
  </ds:schemaRefs>
</ds:datastoreItem>
</file>

<file path=customXml/itemProps3.xml><?xml version="1.0" encoding="utf-8"?>
<ds:datastoreItem xmlns:ds="http://schemas.openxmlformats.org/officeDocument/2006/customXml" ds:itemID="{D3214E6D-9822-4199-AB07-454133F8CFE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宽屏</PresentationFormat>
  <Slides>18</Slides>
  <Notes>2</Notes>
  <HiddenSlides>0</HiddenSlide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19" baseType="lpstr">
      <vt:lpstr>SavonVTI</vt:lpstr>
      <vt:lpstr>Quantum Computing: Introduction</vt:lpstr>
      <vt:lpstr>Conventional Physics:</vt:lpstr>
      <vt:lpstr>Quantum Physics</vt:lpstr>
      <vt:lpstr>Conventional Computation v/s Quantum Computation</vt:lpstr>
      <vt:lpstr>Conventional Computation</vt:lpstr>
      <vt:lpstr>Quantum Computation</vt:lpstr>
      <vt:lpstr>Conventional Computing Stack v/s Quantum Computing Stack</vt:lpstr>
      <vt:lpstr>Conventional Computing Stack</vt:lpstr>
      <vt:lpstr>2. Software Layer</vt:lpstr>
      <vt:lpstr>Quantum Computing Stack:</vt:lpstr>
      <vt:lpstr>Quantum Computer Applications</vt:lpstr>
      <vt:lpstr>How to physically generate Qubits?</vt:lpstr>
      <vt:lpstr>How to physically generate Qubits?</vt:lpstr>
      <vt:lpstr>Qubit Generation using light photon</vt:lpstr>
      <vt:lpstr> Qubit Generation using light photon </vt:lpstr>
      <vt:lpstr>Wave-Particle Duality</vt:lpstr>
      <vt:lpstr>Young's double-slit experiment</vt:lpstr>
      <vt:lpstr>Here's a simplified explanation of the experiment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-</dc:creator>
  <cp:revision>25</cp:revision>
  <dcterms:created xsi:type="dcterms:W3CDTF">2024-04-08T22:03:13Z</dcterms:created>
  <dcterms:modified xsi:type="dcterms:W3CDTF">2025-08-02T21:05:38Z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96ed6d7-747c-41fd-b042-ff14484edc24_Enabled">
    <vt:lpwstr>true</vt:lpwstr>
  </property>
  <property fmtid="{D5CDD505-2E9C-101B-9397-08002B2CF9AE}" pid="3" name="MSIP_Label_c96ed6d7-747c-41fd-b042-ff14484edc24_SetDate">
    <vt:lpwstr>2024-04-08T22:03:23Z</vt:lpwstr>
  </property>
  <property fmtid="{D5CDD505-2E9C-101B-9397-08002B2CF9AE}" pid="4" name="MSIP_Label_c96ed6d7-747c-41fd-b042-ff14484edc24_Method">
    <vt:lpwstr>Standard</vt:lpwstr>
  </property>
  <property fmtid="{D5CDD505-2E9C-101B-9397-08002B2CF9AE}" pid="5" name="MSIP_Label_c96ed6d7-747c-41fd-b042-ff14484edc24_Name">
    <vt:lpwstr>defa4170-0d19-0005-0004-bc88714345d2</vt:lpwstr>
  </property>
  <property fmtid="{D5CDD505-2E9C-101B-9397-08002B2CF9AE}" pid="6" name="MSIP_Label_c96ed6d7-747c-41fd-b042-ff14484edc24_SiteId">
    <vt:lpwstr>6a425d0d-58f2-4e36-8689-10002b2ec567</vt:lpwstr>
  </property>
  <property fmtid="{D5CDD505-2E9C-101B-9397-08002B2CF9AE}" pid="7" name="MSIP_Label_c96ed6d7-747c-41fd-b042-ff14484edc24_ActionId">
    <vt:lpwstr>01100b74-376b-452d-9b98-5c286c9451f5</vt:lpwstr>
  </property>
  <property fmtid="{D5CDD505-2E9C-101B-9397-08002B2CF9AE}" pid="8" name="MSIP_Label_c96ed6d7-747c-41fd-b042-ff14484edc24_ContentBits">
    <vt:lpwstr>0</vt:lpwstr>
  </property>
  <property fmtid="{D5CDD505-2E9C-101B-9397-08002B2CF9AE}" pid="9" name="ContentTypeId">
    <vt:lpwstr>0x0101000E593284A287C84FB43572788B04EE62</vt:lpwstr>
  </property>
  <property fmtid="{D5CDD505-2E9C-101B-9397-08002B2CF9AE}" pid="10" name="Order">
    <vt:r8>800</vt:r8>
  </property>
  <property fmtid="{D5CDD505-2E9C-101B-9397-08002B2CF9AE}" pid="11" name="xd_Signature">
    <vt:bool>false</vt:bool>
  </property>
  <property fmtid="{D5CDD505-2E9C-101B-9397-08002B2CF9AE}" pid="12" name="xd_ProgID">
    <vt:lpwstr/>
  </property>
  <property fmtid="{D5CDD505-2E9C-101B-9397-08002B2CF9AE}" pid="13" name="_SourceUrl">
    <vt:lpwstr/>
  </property>
  <property fmtid="{D5CDD505-2E9C-101B-9397-08002B2CF9AE}" pid="14" name="_SharedFileIndex">
    <vt:lpwstr/>
  </property>
  <property fmtid="{D5CDD505-2E9C-101B-9397-08002B2CF9AE}" pid="15" name="ComplianceAssetId">
    <vt:lpwstr/>
  </property>
  <property fmtid="{D5CDD505-2E9C-101B-9397-08002B2CF9AE}" pid="16" name="TemplateUrl">
    <vt:lpwstr/>
  </property>
  <property fmtid="{D5CDD505-2E9C-101B-9397-08002B2CF9AE}" pid="17" name="_ExtendedDescription">
    <vt:lpwstr/>
  </property>
  <property fmtid="{D5CDD505-2E9C-101B-9397-08002B2CF9AE}" pid="18" name="TriggerFlowInfo">
    <vt:lpwstr/>
  </property>
  <property fmtid="{D5CDD505-2E9C-101B-9397-08002B2CF9AE}" pid="19" name="MediaServiceImageTags">
    <vt:lpwstr/>
  </property>
</Properties>
</file>